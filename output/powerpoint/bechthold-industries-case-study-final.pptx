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052a3c7790425d" /><Relationship Type="http://schemas.openxmlformats.org/officeDocument/2006/relationships/extended-properties" Target="/docProps/app.xml" Id="Rf8229b56558e44af" /><Relationship Type="http://schemas.openxmlformats.org/officeDocument/2006/relationships/officeDocument" Target="/ppt/presentation.xml" Id="Rb82060f441184c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fa8de2499c4375"/>
  </p:sldMasterIdLst>
  <p:notesMasterIdLst>
    <p:notesMasterId xmlns:r="http://schemas.openxmlformats.org/officeDocument/2006/relationships" r:id="R1265eacfb58b4541"/>
  </p:notesMasterIdLst>
  <p:sldIdLst>
    <p:sldId xmlns:r="http://schemas.openxmlformats.org/officeDocument/2006/relationships" id="256" r:id="R4f7892a2282b487a"/>
    <p:sldId xmlns:r="http://schemas.openxmlformats.org/officeDocument/2006/relationships" id="257" r:id="R14abfc6a8cf64cf9"/>
    <p:sldId xmlns:r="http://schemas.openxmlformats.org/officeDocument/2006/relationships" id="258" r:id="R807576a2fb574517"/>
    <p:sldId xmlns:r="http://schemas.openxmlformats.org/officeDocument/2006/relationships" id="259" r:id="R97d8cd128caa4649"/>
    <p:sldId xmlns:r="http://schemas.openxmlformats.org/officeDocument/2006/relationships" id="260" r:id="R180b98c9f1c84b07"/>
    <p:sldId xmlns:r="http://schemas.openxmlformats.org/officeDocument/2006/relationships" id="261" r:id="Rdd7a2bfca4f84fbc"/>
    <p:sldId xmlns:r="http://schemas.openxmlformats.org/officeDocument/2006/relationships" id="262" r:id="Rdaf85017784d43a2"/>
    <p:sldId xmlns:r="http://schemas.openxmlformats.org/officeDocument/2006/relationships" id="263" r:id="R7cd126cd80e043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2d6f88e6154d38" /><Relationship Type="http://schemas.openxmlformats.org/officeDocument/2006/relationships/slideMaster" Target="/ppt/slideMasters/slideMaster1.xml" Id="Rf3fa8de2499c4375" /><Relationship Type="http://schemas.openxmlformats.org/officeDocument/2006/relationships/notesMaster" Target="/ppt/notesMasters/notesMaster1.xml" Id="R1265eacfb58b4541" /><Relationship Type="http://schemas.openxmlformats.org/officeDocument/2006/relationships/presProps" Target="/ppt/presProps.xml" Id="Rf103b257b3dc43f3" /><Relationship Type="http://schemas.openxmlformats.org/officeDocument/2006/relationships/tableStyles" Target="/ppt/tableStyles.xml" Id="R668fafd63b9e4d06" /><Relationship Type="http://schemas.openxmlformats.org/officeDocument/2006/relationships/slide" Target="/ppt/slides/slide1.xml" Id="R4f7892a2282b487a" /><Relationship Type="http://schemas.openxmlformats.org/officeDocument/2006/relationships/slide" Target="/ppt/slides/slide2.xml" Id="R14abfc6a8cf64cf9" /><Relationship Type="http://schemas.openxmlformats.org/officeDocument/2006/relationships/slide" Target="/ppt/slides/slide3.xml" Id="R807576a2fb574517" /><Relationship Type="http://schemas.openxmlformats.org/officeDocument/2006/relationships/slide" Target="/ppt/slides/slide4.xml" Id="R97d8cd128caa4649" /><Relationship Type="http://schemas.openxmlformats.org/officeDocument/2006/relationships/slide" Target="/ppt/slides/slide5.xml" Id="R180b98c9f1c84b07" /><Relationship Type="http://schemas.openxmlformats.org/officeDocument/2006/relationships/slide" Target="/ppt/slides/slide6.xml" Id="Rdd7a2bfca4f84fbc" /><Relationship Type="http://schemas.openxmlformats.org/officeDocument/2006/relationships/slide" Target="/ppt/slides/slide7.xml" Id="Rdaf85017784d43a2" /><Relationship Type="http://schemas.openxmlformats.org/officeDocument/2006/relationships/slide" Target="/ppt/slides/slide8.xml" Id="R7cd126cd80e043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c9409bfb6c45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beb594257447b2" /><Relationship Type="http://schemas.openxmlformats.org/officeDocument/2006/relationships/notesMaster" Target="/ppt/notesMasters/notesMaster1.xml" Id="R7b59a51456f24c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60080ee9974f16" /><Relationship Type="http://schemas.openxmlformats.org/officeDocument/2006/relationships/notesMaster" Target="/ppt/notesMasters/notesMaster1.xml" Id="Rf602101a15e949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2942d891ab4ca5" /><Relationship Type="http://schemas.openxmlformats.org/officeDocument/2006/relationships/notesMaster" Target="/ppt/notesMasters/notesMaster1.xml" Id="R0af2454f057241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fb7fe3383b4a3a" /><Relationship Type="http://schemas.openxmlformats.org/officeDocument/2006/relationships/notesMaster" Target="/ppt/notesMasters/notesMaster1.xml" Id="R714a326c83364c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07010fcd2a4aeb" /><Relationship Type="http://schemas.openxmlformats.org/officeDocument/2006/relationships/notesMaster" Target="/ppt/notesMasters/notesMaster1.xml" Id="R6b5ab099849b48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f49a7fba6b4785" /><Relationship Type="http://schemas.openxmlformats.org/officeDocument/2006/relationships/notesMaster" Target="/ppt/notesMasters/notesMaster1.xml" Id="Rce4ff18958d142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ad5b06b4424247" /><Relationship Type="http://schemas.openxmlformats.org/officeDocument/2006/relationships/notesMaster" Target="/ppt/notesMasters/notesMaster1.xml" Id="R525d5d5d66bc4a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751c37cb1245e4" /><Relationship Type="http://schemas.openxmlformats.org/officeDocument/2006/relationships/notesMaster" Target="/ppt/notesMasters/notesMaster1.xml" Id="R2ad99598933b41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case study for the existing Bechthold Industries project. The application is a local-first market research and PAPER-only strategy analysis tool. No broker connection or live trading is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Market watch contains NVDA, TSLA, AAPL, MSFT and AMD; it is a curated list, not a live volume ranking.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 show the actual responsive dashboard. Daily history can be up to 100 sessions and is raw, not adjusted for dividends or stock splits. It is not a real-time quote stream.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€350 in BOOTSTRAP, €200 is reserved and €150 remains available for trading. Phase transition requires a token-protected manual action. The UI and n8n do not switch phases automatically.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backtest starts with trading capital only, caps each position at the active limit, estimates 0.1% fees per side and executes a close signal at the following open. Parameter comparison selects on the first 78% of history and evaluates a later holdout. Simplifying assumptions exclude slippage, taxes and some market frictions.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PostgreSQL persists capital state, cached market data and analysis history. n8n is configured for PAPER workflow use. FastAPI requests external market data directly and owns the risk and capital logic.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app is intended for one trusted local user, not as a hardened production service or an investment recommendation.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€350 example is a rule in the simulated capital model, not a statement about investment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05d17c3207423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c8ba1c3c9a480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ed63109cd34e7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f1748f231d48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7368cc9204410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54309259ca4b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3D321E-3136-4B95-B139-8ADD094BF7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48EEC66-4933-4D8D-B11F-BF657AF739B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FE0F2B8-8623-4C3F-A374-0F442380BB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C63685-215D-4944-A2C0-55EADF8F02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5D999B7-9B9D-434E-A875-EA6A4C0B41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860B86C-5CA7-42A7-BD6A-628DB43D5B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02CA24-5262-47B4-B927-D6A2AF1972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216F493-621D-4D48-A505-DFD35BF6440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A0D5AA-FACE-4664-B728-F3C22E815E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C5A895A-6424-451D-A45F-95D2A9D238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5fbcc8cf1d4693" /><Relationship Type="http://schemas.openxmlformats.org/officeDocument/2006/relationships/slideLayout" Target="/ppt/slideLayouts/slideLayout1.xml" Id="R7979531eebaf498f" /><Relationship Type="http://schemas.openxmlformats.org/officeDocument/2006/relationships/slideLayout" Target="/ppt/slideLayouts/slideLayout2.xml" Id="Rb862a15082cb4e28" /><Relationship Type="http://schemas.openxmlformats.org/officeDocument/2006/relationships/slideLayout" Target="/ppt/slideLayouts/slideLayout3.xml" Id="R548477fe42ec4611" /><Relationship Type="http://schemas.openxmlformats.org/officeDocument/2006/relationships/slideLayout" Target="/ppt/slideLayouts/slideLayout4.xml" Id="R16826bec45724f6b" /><Relationship Type="http://schemas.openxmlformats.org/officeDocument/2006/relationships/slideLayout" Target="/ppt/slideLayouts/slideLayout5.xml" Id="Rdfe77523ed9c4d16" /><Relationship Type="http://schemas.openxmlformats.org/officeDocument/2006/relationships/slideLayout" Target="/ppt/slideLayouts/slideLayout6.xml" Id="Ra8263598585f46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79531eebaf498f"/>
    <p:sldLayoutId xmlns:r="http://schemas.openxmlformats.org/officeDocument/2006/relationships" id="2147483650" r:id="Rb862a15082cb4e28"/>
    <p:sldLayoutId xmlns:r="http://schemas.openxmlformats.org/officeDocument/2006/relationships" id="2147483651" r:id="R548477fe42ec4611"/>
    <p:sldLayoutId xmlns:r="http://schemas.openxmlformats.org/officeDocument/2006/relationships" id="2147483652" r:id="R16826bec45724f6b"/>
    <p:sldLayoutId xmlns:r="http://schemas.openxmlformats.org/officeDocument/2006/relationships" id="2147483653" r:id="Rdfe77523ed9c4d16"/>
    <p:sldLayoutId xmlns:r="http://schemas.openxmlformats.org/officeDocument/2006/relationships" id="2147483654" r:id="Ra8263598585f46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52ba190e1d4fb2" /><Relationship Type="http://schemas.openxmlformats.org/officeDocument/2006/relationships/image" Target="/ppt/media/image.png" Id="Ra1f15382be8345d5" /><Relationship Type="http://schemas.openxmlformats.org/officeDocument/2006/relationships/notesSlide" Target="/ppt/notesSlides/notesSlide1.xml" Id="Rb83ade34d4154b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1931528b1f493f" /><Relationship Type="http://schemas.openxmlformats.org/officeDocument/2006/relationships/notesSlide" Target="/ppt/notesSlides/notesSlide2.xml" Id="Re71cae150e914c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8569c7f4884385" /><Relationship Type="http://schemas.openxmlformats.org/officeDocument/2006/relationships/image" Target="/ppt/media/image2.png" Id="Ra994c53396124b46" /><Relationship Type="http://schemas.openxmlformats.org/officeDocument/2006/relationships/notesSlide" Target="/ppt/notesSlides/notesSlide3.xml" Id="Rd46d8d323ce44e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041bd0b0604bd5" /><Relationship Type="http://schemas.openxmlformats.org/officeDocument/2006/relationships/notesSlide" Target="/ppt/notesSlides/notesSlide4.xml" Id="R4752c271399145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6e85ffaa2944e5" /><Relationship Type="http://schemas.openxmlformats.org/officeDocument/2006/relationships/notesSlide" Target="/ppt/notesSlides/notesSlide5.xml" Id="R6ef9aff839054d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c164ebb6de4386" /><Relationship Type="http://schemas.openxmlformats.org/officeDocument/2006/relationships/notesSlide" Target="/ppt/notesSlides/notesSlide6.xml" Id="R0a4f459e802e46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131bd394b549b9" /><Relationship Type="http://schemas.openxmlformats.org/officeDocument/2006/relationships/notesSlide" Target="/ppt/notesSlides/notesSlide7.xml" Id="R30a9687afa1849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68b6cea6ad4eb1" /><Relationship Type="http://schemas.openxmlformats.org/officeDocument/2006/relationships/notesSlide" Target="/ppt/notesSlides/notesSlide8.xml" Id="Rbdf07adef86548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60F41B-BD31-4017-AF1D-B428757C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E81A7-6E4B-4CFB-BCBC-20D1CF49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"/>
            <a:ext cx="4953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F4F1E8"/>
                </a:solidFill>
              </a:defRPr>
            </a:defPPr>
            <a:lvl1pPr algn="l">
              <a:defRPr sz="3900" b="1">
                <a:solidFill>
                  <a:srgbClr val="F4F1E8"/>
                </a:solidFill>
              </a:defRPr>
            </a:lvl1pPr>
            <a:lvl2pPr algn="l">
              <a:defRPr sz="3900" b="1">
                <a:solidFill>
                  <a:srgbClr val="F4F1E8"/>
                </a:solidFill>
              </a:defRPr>
            </a:lvl2pPr>
            <a:lvl3pPr algn="l">
              <a:defRPr sz="3900" b="1">
                <a:solidFill>
                  <a:srgbClr val="F4F1E8"/>
                </a:solidFill>
              </a:defRPr>
            </a:lvl3pPr>
            <a:lvl4pPr algn="l">
              <a:defRPr sz="3900" b="1">
                <a:solidFill>
                  <a:srgbClr val="F4F1E8"/>
                </a:solidFill>
              </a:defRPr>
            </a:lvl4pPr>
            <a:lvl5pPr algn="l">
              <a:defRPr sz="3900" b="1">
                <a:solidFill>
                  <a:srgbClr val="F4F1E8"/>
                </a:solidFill>
              </a:defRPr>
            </a:lvl5pPr>
            <a:lvl6pPr algn="l">
              <a:defRPr sz="3900" b="1">
                <a:solidFill>
                  <a:srgbClr val="F4F1E8"/>
                </a:solidFill>
              </a:defRPr>
            </a:lvl6pPr>
            <a:lvl7pPr algn="l">
              <a:defRPr sz="3900" b="1">
                <a:solidFill>
                  <a:srgbClr val="F4F1E8"/>
                </a:solidFill>
              </a:defRPr>
            </a:lvl7pPr>
            <a:lvl8pPr algn="l">
              <a:defRPr sz="3900" b="1">
                <a:solidFill>
                  <a:srgbClr val="F4F1E8"/>
                </a:solidFill>
              </a:defRPr>
            </a:lvl8pPr>
            <a:lvl9pPr algn="l">
              <a:defRPr sz="3900" b="1">
                <a:solidFill>
                  <a:srgbClr val="F4F1E8"/>
                </a:solidFill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F4F1E8"/>
                </a:solidFill>
              </a:defRPr>
            </a:pPr>
            <a:r>
              <a:rPr sz="3900" b="1">
                <a:solidFill>
                  <a:srgbClr val="F4F1E8"/>
                </a:solidFill>
              </a:rPr>
              <a:t>BECHTHOLD</a:t>
            </a:r>
          </a:p>
          <a:p xmlns:a="http://schemas.openxmlformats.org/drawingml/2006/main">
            <a:pPr algn="l">
              <a:defRPr sz="3900" b="1">
                <a:solidFill>
                  <a:srgbClr val="F4F1E8"/>
                </a:solidFill>
              </a:defRPr>
            </a:pPr>
            <a:r>
              <a:rPr sz="3900" b="1">
                <a:solidFill>
                  <a:srgbClr val="F4F1E8"/>
                </a:solidFill>
              </a:rPr>
              <a:t>INDUSTRIES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49A05-9848-42F6-8329-BE69FD0E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533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54D6A2"/>
                </a:solidFill>
              </a:defRPr>
            </a:defPPr>
            <a:lvl1pPr algn="l">
              <a:defRPr sz="2325" b="1">
                <a:solidFill>
                  <a:srgbClr val="54D6A2"/>
                </a:solidFill>
              </a:defRPr>
            </a:lvl1pPr>
            <a:lvl2pPr algn="l">
              <a:defRPr sz="2325" b="1">
                <a:solidFill>
                  <a:srgbClr val="54D6A2"/>
                </a:solidFill>
              </a:defRPr>
            </a:lvl2pPr>
            <a:lvl3pPr algn="l">
              <a:defRPr sz="2325" b="1">
                <a:solidFill>
                  <a:srgbClr val="54D6A2"/>
                </a:solidFill>
              </a:defRPr>
            </a:lvl3pPr>
            <a:lvl4pPr algn="l">
              <a:defRPr sz="2325" b="1">
                <a:solidFill>
                  <a:srgbClr val="54D6A2"/>
                </a:solidFill>
              </a:defRPr>
            </a:lvl4pPr>
            <a:lvl5pPr algn="l">
              <a:defRPr sz="2325" b="1">
                <a:solidFill>
                  <a:srgbClr val="54D6A2"/>
                </a:solidFill>
              </a:defRPr>
            </a:lvl5pPr>
            <a:lvl6pPr algn="l">
              <a:defRPr sz="2325" b="1">
                <a:solidFill>
                  <a:srgbClr val="54D6A2"/>
                </a:solidFill>
              </a:defRPr>
            </a:lvl6pPr>
            <a:lvl7pPr algn="l">
              <a:defRPr sz="2325" b="1">
                <a:solidFill>
                  <a:srgbClr val="54D6A2"/>
                </a:solidFill>
              </a:defRPr>
            </a:lvl7pPr>
            <a:lvl8pPr algn="l">
              <a:defRPr sz="2325" b="1">
                <a:solidFill>
                  <a:srgbClr val="54D6A2"/>
                </a:solidFill>
              </a:defRPr>
            </a:lvl8pPr>
            <a:lvl9pPr algn="l">
              <a:defRPr sz="2325" b="1">
                <a:solidFill>
                  <a:srgbClr val="54D6A2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54D6A2"/>
                </a:solidFill>
              </a:defRPr>
            </a:pPr>
            <a:r>
              <a:rPr sz="2325" b="1">
                <a:solidFill>
                  <a:srgbClr val="54D6A2"/>
                </a:solidFill>
              </a:rPr>
              <a:t>AI MARKET RESEARCH</a:t>
            </a:r>
          </a:p>
          <a:p xmlns:a="http://schemas.openxmlformats.org/drawingml/2006/main">
            <a:pPr algn="l">
              <a:defRPr sz="2325" b="1">
                <a:solidFill>
                  <a:srgbClr val="54D6A2"/>
                </a:solidFill>
              </a:defRPr>
            </a:pPr>
            <a:r>
              <a:rPr sz="2325" b="1">
                <a:solidFill>
                  <a:srgbClr val="54D6A2"/>
                </a:solidFill>
              </a:rPr>
              <a:t>&amp; PAPER STRATEGY TESTING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56B50-0E1C-4E72-8FE5-6094694A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A9B8B0"/>
                </a:solidFill>
              </a:defRPr>
            </a:defPPr>
            <a:lvl1pPr algn="l">
              <a:defRPr sz="1725" b="0">
                <a:solidFill>
                  <a:srgbClr val="A9B8B0"/>
                </a:solidFill>
              </a:defRPr>
            </a:lvl1pPr>
            <a:lvl2pPr algn="l">
              <a:defRPr sz="1725" b="0">
                <a:solidFill>
                  <a:srgbClr val="A9B8B0"/>
                </a:solidFill>
              </a:defRPr>
            </a:lvl2pPr>
            <a:lvl3pPr algn="l">
              <a:defRPr sz="1725" b="0">
                <a:solidFill>
                  <a:srgbClr val="A9B8B0"/>
                </a:solidFill>
              </a:defRPr>
            </a:lvl3pPr>
            <a:lvl4pPr algn="l">
              <a:defRPr sz="1725" b="0">
                <a:solidFill>
                  <a:srgbClr val="A9B8B0"/>
                </a:solidFill>
              </a:defRPr>
            </a:lvl4pPr>
            <a:lvl5pPr algn="l">
              <a:defRPr sz="1725" b="0">
                <a:solidFill>
                  <a:srgbClr val="A9B8B0"/>
                </a:solidFill>
              </a:defRPr>
            </a:lvl5pPr>
            <a:lvl6pPr algn="l">
              <a:defRPr sz="1725" b="0">
                <a:solidFill>
                  <a:srgbClr val="A9B8B0"/>
                </a:solidFill>
              </a:defRPr>
            </a:lvl6pPr>
            <a:lvl7pPr algn="l">
              <a:defRPr sz="1725" b="0">
                <a:solidFill>
                  <a:srgbClr val="A9B8B0"/>
                </a:solidFill>
              </a:defRPr>
            </a:lvl7pPr>
            <a:lvl8pPr algn="l">
              <a:defRPr sz="1725" b="0">
                <a:solidFill>
                  <a:srgbClr val="A9B8B0"/>
                </a:solidFill>
              </a:defRPr>
            </a:lvl8pPr>
            <a:lvl9pPr algn="l">
              <a:defRPr sz="1725" b="0">
                <a:solidFill>
                  <a:srgbClr val="A9B8B0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9B8B0"/>
                </a:solidFill>
              </a:defRPr>
            </a:pPr>
            <a:r>
              <a:rPr sz="1725" b="0">
                <a:solidFill>
                  <a:srgbClr val="A9B8B0"/>
                </a:solidFill>
              </a:rPr>
              <a:t>A local-first platform for market context,</a:t>
            </a:r>
          </a:p>
          <a:p xmlns:a="http://schemas.openxmlformats.org/drawingml/2006/main">
            <a:pPr algn="l">
              <a:defRPr sz="1725" b="0">
                <a:solidFill>
                  <a:srgbClr val="A9B8B0"/>
                </a:solidFill>
              </a:defRPr>
            </a:pPr>
            <a:r>
              <a:rPr sz="1725" b="0">
                <a:solidFill>
                  <a:srgbClr val="A9B8B0"/>
                </a:solidFill>
              </a:rPr>
              <a:t>capital controls and repeatable analysis.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2ECD1-FB28-49C2-809F-195877CD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352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F5638-A916-4623-BCD8-1D7290D8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4F1E8"/>
                </a:solidFill>
              </a:defRPr>
            </a:defPPr>
            <a:lvl1pPr algn="l">
              <a:defRPr sz="1125" b="1">
                <a:solidFill>
                  <a:srgbClr val="F4F1E8"/>
                </a:solidFill>
              </a:defRPr>
            </a:lvl1pPr>
            <a:lvl2pPr algn="l">
              <a:defRPr sz="1125" b="1">
                <a:solidFill>
                  <a:srgbClr val="F4F1E8"/>
                </a:solidFill>
              </a:defRPr>
            </a:lvl2pPr>
            <a:lvl3pPr algn="l">
              <a:defRPr sz="1125" b="1">
                <a:solidFill>
                  <a:srgbClr val="F4F1E8"/>
                </a:solidFill>
              </a:defRPr>
            </a:lvl3pPr>
            <a:lvl4pPr algn="l">
              <a:defRPr sz="1125" b="1">
                <a:solidFill>
                  <a:srgbClr val="F4F1E8"/>
                </a:solidFill>
              </a:defRPr>
            </a:lvl4pPr>
            <a:lvl5pPr algn="l">
              <a:defRPr sz="1125" b="1">
                <a:solidFill>
                  <a:srgbClr val="F4F1E8"/>
                </a:solidFill>
              </a:defRPr>
            </a:lvl5pPr>
            <a:lvl6pPr algn="l">
              <a:defRPr sz="1125" b="1">
                <a:solidFill>
                  <a:srgbClr val="F4F1E8"/>
                </a:solidFill>
              </a:defRPr>
            </a:lvl6pPr>
            <a:lvl7pPr algn="l">
              <a:defRPr sz="1125" b="1">
                <a:solidFill>
                  <a:srgbClr val="F4F1E8"/>
                </a:solidFill>
              </a:defRPr>
            </a:lvl7pPr>
            <a:lvl8pPr algn="l">
              <a:defRPr sz="1125" b="1">
                <a:solidFill>
                  <a:srgbClr val="F4F1E8"/>
                </a:solidFill>
              </a:defRPr>
            </a:lvl8pPr>
            <a:lvl9pPr algn="l">
              <a:defRPr sz="1125" b="1">
                <a:solidFill>
                  <a:srgbClr val="F4F1E8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4F1E8"/>
                </a:solidFill>
              </a:defRPr>
            </a:pPr>
            <a:r>
              <a:rPr sz="1125" b="1">
                <a:solidFill>
                  <a:srgbClr val="F4F1E8"/>
                </a:solidFill>
              </a:rPr>
              <a:t>PRODUCT CASE STUDY  · 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687F0-9C3D-42F0-9BB1-995BE1E2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38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A9B8B0"/>
                </a:solidFill>
              </a:defRPr>
            </a:defPPr>
            <a:lvl1pPr algn="l">
              <a:defRPr sz="1050" b="1">
                <a:solidFill>
                  <a:srgbClr val="A9B8B0"/>
                </a:solidFill>
              </a:defRPr>
            </a:lvl1pPr>
            <a:lvl2pPr algn="l">
              <a:defRPr sz="1050" b="1">
                <a:solidFill>
                  <a:srgbClr val="A9B8B0"/>
                </a:solidFill>
              </a:defRPr>
            </a:lvl2pPr>
            <a:lvl3pPr algn="l">
              <a:defRPr sz="1050" b="1">
                <a:solidFill>
                  <a:srgbClr val="A9B8B0"/>
                </a:solidFill>
              </a:defRPr>
            </a:lvl3pPr>
            <a:lvl4pPr algn="l">
              <a:defRPr sz="1050" b="1">
                <a:solidFill>
                  <a:srgbClr val="A9B8B0"/>
                </a:solidFill>
              </a:defRPr>
            </a:lvl4pPr>
            <a:lvl5pPr algn="l">
              <a:defRPr sz="1050" b="1">
                <a:solidFill>
                  <a:srgbClr val="A9B8B0"/>
                </a:solidFill>
              </a:defRPr>
            </a:lvl5pPr>
            <a:lvl6pPr algn="l">
              <a:defRPr sz="1050" b="1">
                <a:solidFill>
                  <a:srgbClr val="A9B8B0"/>
                </a:solidFill>
              </a:defRPr>
            </a:lvl6pPr>
            <a:lvl7pPr algn="l">
              <a:defRPr sz="1050" b="1">
                <a:solidFill>
                  <a:srgbClr val="A9B8B0"/>
                </a:solidFill>
              </a:defRPr>
            </a:lvl7pPr>
            <a:lvl8pPr algn="l">
              <a:defRPr sz="1050" b="1">
                <a:solidFill>
                  <a:srgbClr val="A9B8B0"/>
                </a:solidFill>
              </a:defRPr>
            </a:lvl8pPr>
            <a:lvl9pPr algn="l">
              <a:defRPr sz="1050" b="1">
                <a:solidFill>
                  <a:srgbClr val="A9B8B0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B8B0"/>
                </a:solidFill>
              </a:defRPr>
            </a:pPr>
            <a:r>
              <a:rPr sz="1050" b="1">
                <a:solidFill>
                  <a:srgbClr val="A9B8B0"/>
                </a:solidFill>
              </a:rPr>
              <a:t>RESEARCH  /  RISK  /  PAPER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8823B-0ECD-4C95-BE89-B67088AA12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15382be8345d5"/>
          <a:stretch xmlns:a="http://schemas.openxmlformats.org/drawingml/2006/main"/>
        </p:blipFill>
        <p:spPr>
          <a:xfrm xmlns:a="http://schemas.openxmlformats.org/drawingml/2006/main">
            <a:off x="7262132" y="666750"/>
            <a:ext cx="3592286" cy="523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1599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6FB2F6-DB18-4564-9864-9D9D5D4E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58D68"/>
                </a:solidFill>
              </a:defRPr>
            </a:defPPr>
            <a:lvl1pPr algn="l">
              <a:defRPr sz="1050" b="1">
                <a:solidFill>
                  <a:srgbClr val="258D68"/>
                </a:solidFill>
              </a:defRPr>
            </a:lvl1pPr>
            <a:lvl2pPr algn="l">
              <a:defRPr sz="1050" b="1">
                <a:solidFill>
                  <a:srgbClr val="258D68"/>
                </a:solidFill>
              </a:defRPr>
            </a:lvl2pPr>
            <a:lvl3pPr algn="l">
              <a:defRPr sz="1050" b="1">
                <a:solidFill>
                  <a:srgbClr val="258D68"/>
                </a:solidFill>
              </a:defRPr>
            </a:lvl3pPr>
            <a:lvl4pPr algn="l">
              <a:defRPr sz="1050" b="1">
                <a:solidFill>
                  <a:srgbClr val="258D68"/>
                </a:solidFill>
              </a:defRPr>
            </a:lvl4pPr>
            <a:lvl5pPr algn="l">
              <a:defRPr sz="1050" b="1">
                <a:solidFill>
                  <a:srgbClr val="258D68"/>
                </a:solidFill>
              </a:defRPr>
            </a:lvl5pPr>
            <a:lvl6pPr algn="l">
              <a:defRPr sz="1050" b="1">
                <a:solidFill>
                  <a:srgbClr val="258D68"/>
                </a:solidFill>
              </a:defRPr>
            </a:lvl6pPr>
            <a:lvl7pPr algn="l">
              <a:defRPr sz="1050" b="1">
                <a:solidFill>
                  <a:srgbClr val="258D68"/>
                </a:solidFill>
              </a:defRPr>
            </a:lvl7pPr>
            <a:lvl8pPr algn="l">
              <a:defRPr sz="1050" b="1">
                <a:solidFill>
                  <a:srgbClr val="258D68"/>
                </a:solidFill>
              </a:defRPr>
            </a:lvl8pPr>
            <a:lvl9pPr algn="l">
              <a:defRPr sz="1050" b="1">
                <a:solidFill>
                  <a:srgbClr val="258D68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8D68"/>
                </a:solidFill>
              </a:defRPr>
            </a:pPr>
            <a:r>
              <a:rPr sz="1050" b="1">
                <a:solidFill>
                  <a:srgbClr val="258D68"/>
                </a:solidFill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587CF-7410-4724-99A9-D135BFA4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10231F"/>
                </a:solidFill>
              </a:defRPr>
            </a:defPPr>
            <a:lvl1pPr algn="l">
              <a:defRPr sz="3150" b="1">
                <a:solidFill>
                  <a:srgbClr val="10231F"/>
                </a:solidFill>
              </a:defRPr>
            </a:lvl1pPr>
            <a:lvl2pPr algn="l">
              <a:defRPr sz="3150" b="1">
                <a:solidFill>
                  <a:srgbClr val="10231F"/>
                </a:solidFill>
              </a:defRPr>
            </a:lvl2pPr>
            <a:lvl3pPr algn="l">
              <a:defRPr sz="3150" b="1">
                <a:solidFill>
                  <a:srgbClr val="10231F"/>
                </a:solidFill>
              </a:defRPr>
            </a:lvl3pPr>
            <a:lvl4pPr algn="l">
              <a:defRPr sz="3150" b="1">
                <a:solidFill>
                  <a:srgbClr val="10231F"/>
                </a:solidFill>
              </a:defRPr>
            </a:lvl4pPr>
            <a:lvl5pPr algn="l">
              <a:defRPr sz="3150" b="1">
                <a:solidFill>
                  <a:srgbClr val="10231F"/>
                </a:solidFill>
              </a:defRPr>
            </a:lvl5pPr>
            <a:lvl6pPr algn="l">
              <a:defRPr sz="3150" b="1">
                <a:solidFill>
                  <a:srgbClr val="10231F"/>
                </a:solidFill>
              </a:defRPr>
            </a:lvl6pPr>
            <a:lvl7pPr algn="l">
              <a:defRPr sz="3150" b="1">
                <a:solidFill>
                  <a:srgbClr val="10231F"/>
                </a:solidFill>
              </a:defRPr>
            </a:lvl7pPr>
            <a:lvl8pPr algn="l">
              <a:defRPr sz="3150" b="1">
                <a:solidFill>
                  <a:srgbClr val="10231F"/>
                </a:solidFill>
              </a:defRPr>
            </a:lvl8pPr>
            <a:lvl9pPr algn="l">
              <a:defRPr sz="3150" b="1">
                <a:solidFill>
                  <a:srgbClr val="10231F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31F"/>
                </a:solidFill>
              </a:defRPr>
            </a:pPr>
            <a:r>
              <a:rPr sz="3150" b="1">
                <a:solidFill>
                  <a:srgbClr val="10231F"/>
                </a:solidFill>
              </a:rPr>
              <a:t>A focused workspace for market research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C3F7E-1557-4C27-B6B9-AA1C4DE1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E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6F281-EEEB-405A-B020-770452C5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8746D"/>
                </a:solidFill>
              </a:defRPr>
            </a:defPPr>
            <a:lvl1pPr algn="l">
              <a:defRPr sz="975" b="1">
                <a:solidFill>
                  <a:srgbClr val="68746D"/>
                </a:solidFill>
              </a:defRPr>
            </a:lvl1pPr>
            <a:lvl2pPr algn="l">
              <a:defRPr sz="975" b="1">
                <a:solidFill>
                  <a:srgbClr val="68746D"/>
                </a:solidFill>
              </a:defRPr>
            </a:lvl2pPr>
            <a:lvl3pPr algn="l">
              <a:defRPr sz="975" b="1">
                <a:solidFill>
                  <a:srgbClr val="68746D"/>
                </a:solidFill>
              </a:defRPr>
            </a:lvl3pPr>
            <a:lvl4pPr algn="l">
              <a:defRPr sz="975" b="1">
                <a:solidFill>
                  <a:srgbClr val="68746D"/>
                </a:solidFill>
              </a:defRPr>
            </a:lvl4pPr>
            <a:lvl5pPr algn="l">
              <a:defRPr sz="975" b="1">
                <a:solidFill>
                  <a:srgbClr val="68746D"/>
                </a:solidFill>
              </a:defRPr>
            </a:lvl5pPr>
            <a:lvl6pPr algn="l">
              <a:defRPr sz="975" b="1">
                <a:solidFill>
                  <a:srgbClr val="68746D"/>
                </a:solidFill>
              </a:defRPr>
            </a:lvl6pPr>
            <a:lvl7pPr algn="l">
              <a:defRPr sz="975" b="1">
                <a:solidFill>
                  <a:srgbClr val="68746D"/>
                </a:solidFill>
              </a:defRPr>
            </a:lvl7pPr>
            <a:lvl8pPr algn="l">
              <a:defRPr sz="975" b="1">
                <a:solidFill>
                  <a:srgbClr val="68746D"/>
                </a:solidFill>
              </a:defRPr>
            </a:lvl8pPr>
            <a:lvl9pPr algn="l">
              <a:defRPr sz="975" b="1">
                <a:solidFill>
                  <a:srgbClr val="68746D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8746D"/>
                </a:solidFill>
              </a:defRPr>
            </a:pPr>
            <a:r>
              <a:rPr sz="975" b="1">
                <a:solidFill>
                  <a:srgbClr val="68746D"/>
                </a:solidFill>
              </a:rPr>
              <a:t>BECHTHOLD INDUSTRIES  /  AI MARKET RESEARCH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DB93B-7433-4F96-B3F9-080BFF2D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68746D"/>
                </a:solidFill>
              </a:defRPr>
            </a:defPPr>
            <a:lvl1pPr algn="r">
              <a:defRPr sz="1050" b="1">
                <a:solidFill>
                  <a:srgbClr val="68746D"/>
                </a:solidFill>
              </a:defRPr>
            </a:lvl1pPr>
            <a:lvl2pPr algn="r">
              <a:defRPr sz="1050" b="1">
                <a:solidFill>
                  <a:srgbClr val="68746D"/>
                </a:solidFill>
              </a:defRPr>
            </a:lvl2pPr>
            <a:lvl3pPr algn="r">
              <a:defRPr sz="1050" b="1">
                <a:solidFill>
                  <a:srgbClr val="68746D"/>
                </a:solidFill>
              </a:defRPr>
            </a:lvl3pPr>
            <a:lvl4pPr algn="r">
              <a:defRPr sz="1050" b="1">
                <a:solidFill>
                  <a:srgbClr val="68746D"/>
                </a:solidFill>
              </a:defRPr>
            </a:lvl4pPr>
            <a:lvl5pPr algn="r">
              <a:defRPr sz="1050" b="1">
                <a:solidFill>
                  <a:srgbClr val="68746D"/>
                </a:solidFill>
              </a:defRPr>
            </a:lvl5pPr>
            <a:lvl6pPr algn="r">
              <a:defRPr sz="1050" b="1">
                <a:solidFill>
                  <a:srgbClr val="68746D"/>
                </a:solidFill>
              </a:defRPr>
            </a:lvl6pPr>
            <a:lvl7pPr algn="r">
              <a:defRPr sz="1050" b="1">
                <a:solidFill>
                  <a:srgbClr val="68746D"/>
                </a:solidFill>
              </a:defRPr>
            </a:lvl7pPr>
            <a:lvl8pPr algn="r">
              <a:defRPr sz="1050" b="1">
                <a:solidFill>
                  <a:srgbClr val="68746D"/>
                </a:solidFill>
              </a:defRPr>
            </a:lvl8pPr>
            <a:lvl9pPr algn="r">
              <a:defRPr sz="1050" b="1">
                <a:solidFill>
                  <a:srgbClr val="68746D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68746D"/>
                </a:solidFill>
              </a:defRPr>
            </a:pPr>
            <a:r>
              <a:rPr sz="1050" b="1">
                <a:solidFill>
                  <a:srgbClr val="68746D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AF36D-5119-43C4-B1F5-B66BC4E2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685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10231F"/>
                </a:solidFill>
              </a:defRPr>
            </a:defPPr>
            <a:lvl1pPr algn="l">
              <a:defRPr sz="3150" b="1">
                <a:solidFill>
                  <a:srgbClr val="10231F"/>
                </a:solidFill>
              </a:defRPr>
            </a:lvl1pPr>
            <a:lvl2pPr algn="l">
              <a:defRPr sz="3150" b="1">
                <a:solidFill>
                  <a:srgbClr val="10231F"/>
                </a:solidFill>
              </a:defRPr>
            </a:lvl2pPr>
            <a:lvl3pPr algn="l">
              <a:defRPr sz="3150" b="1">
                <a:solidFill>
                  <a:srgbClr val="10231F"/>
                </a:solidFill>
              </a:defRPr>
            </a:lvl3pPr>
            <a:lvl4pPr algn="l">
              <a:defRPr sz="3150" b="1">
                <a:solidFill>
                  <a:srgbClr val="10231F"/>
                </a:solidFill>
              </a:defRPr>
            </a:lvl4pPr>
            <a:lvl5pPr algn="l">
              <a:defRPr sz="3150" b="1">
                <a:solidFill>
                  <a:srgbClr val="10231F"/>
                </a:solidFill>
              </a:defRPr>
            </a:lvl5pPr>
            <a:lvl6pPr algn="l">
              <a:defRPr sz="3150" b="1">
                <a:solidFill>
                  <a:srgbClr val="10231F"/>
                </a:solidFill>
              </a:defRPr>
            </a:lvl6pPr>
            <a:lvl7pPr algn="l">
              <a:defRPr sz="3150" b="1">
                <a:solidFill>
                  <a:srgbClr val="10231F"/>
                </a:solidFill>
              </a:defRPr>
            </a:lvl7pPr>
            <a:lvl8pPr algn="l">
              <a:defRPr sz="3150" b="1">
                <a:solidFill>
                  <a:srgbClr val="10231F"/>
                </a:solidFill>
              </a:defRPr>
            </a:lvl8pPr>
            <a:lvl9pPr algn="l">
              <a:defRPr sz="3150" b="1">
                <a:solidFill>
                  <a:srgbClr val="10231F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31F"/>
                </a:solidFill>
              </a:defRPr>
            </a:pPr>
            <a:r>
              <a:rPr sz="3150" b="1">
                <a:solidFill>
                  <a:srgbClr val="10231F"/>
                </a:solidFill>
              </a:rPr>
              <a:t>Market data, risk limits and strategy tests belong in one clear 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1196A-1155-46E3-9C05-78521C0F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52625A"/>
                </a:solidFill>
              </a:defRPr>
            </a:defPPr>
            <a:lvl1pPr algn="l">
              <a:defRPr sz="1725" b="0">
                <a:solidFill>
                  <a:srgbClr val="52625A"/>
                </a:solidFill>
              </a:defRPr>
            </a:lvl1pPr>
            <a:lvl2pPr algn="l">
              <a:defRPr sz="1725" b="0">
                <a:solidFill>
                  <a:srgbClr val="52625A"/>
                </a:solidFill>
              </a:defRPr>
            </a:lvl2pPr>
            <a:lvl3pPr algn="l">
              <a:defRPr sz="1725" b="0">
                <a:solidFill>
                  <a:srgbClr val="52625A"/>
                </a:solidFill>
              </a:defRPr>
            </a:lvl3pPr>
            <a:lvl4pPr algn="l">
              <a:defRPr sz="1725" b="0">
                <a:solidFill>
                  <a:srgbClr val="52625A"/>
                </a:solidFill>
              </a:defRPr>
            </a:lvl4pPr>
            <a:lvl5pPr algn="l">
              <a:defRPr sz="1725" b="0">
                <a:solidFill>
                  <a:srgbClr val="52625A"/>
                </a:solidFill>
              </a:defRPr>
            </a:lvl5pPr>
            <a:lvl6pPr algn="l">
              <a:defRPr sz="1725" b="0">
                <a:solidFill>
                  <a:srgbClr val="52625A"/>
                </a:solidFill>
              </a:defRPr>
            </a:lvl6pPr>
            <a:lvl7pPr algn="l">
              <a:defRPr sz="1725" b="0">
                <a:solidFill>
                  <a:srgbClr val="52625A"/>
                </a:solidFill>
              </a:defRPr>
            </a:lvl7pPr>
            <a:lvl8pPr algn="l">
              <a:defRPr sz="1725" b="0">
                <a:solidFill>
                  <a:srgbClr val="52625A"/>
                </a:solidFill>
              </a:defRPr>
            </a:lvl8pPr>
            <a:lvl9pPr algn="l">
              <a:defRPr sz="1725" b="0">
                <a:solidFill>
                  <a:srgbClr val="52625A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25A"/>
                </a:solidFill>
              </a:defRPr>
            </a:pPr>
            <a:r>
              <a:rPr sz="1725" b="0">
                <a:solidFill>
                  <a:srgbClr val="52625A"/>
                </a:solidFill>
              </a:rPr>
              <a:t>The platform brings daily market context together with explicit capital boundaries and historical strategy analysis.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A4ADDC-B490-44E2-9186-F5A99BD4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95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03E57-B857-49FA-9F63-E37AFB6E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907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258D68"/>
                </a:solidFill>
              </a:defRPr>
            </a:defPPr>
            <a:lvl1pPr algn="l">
              <a:defRPr sz="1125" b="1">
                <a:solidFill>
                  <a:srgbClr val="258D68"/>
                </a:solidFill>
              </a:defRPr>
            </a:lvl1pPr>
            <a:lvl2pPr algn="l">
              <a:defRPr sz="1125" b="1">
                <a:solidFill>
                  <a:srgbClr val="258D68"/>
                </a:solidFill>
              </a:defRPr>
            </a:lvl2pPr>
            <a:lvl3pPr algn="l">
              <a:defRPr sz="1125" b="1">
                <a:solidFill>
                  <a:srgbClr val="258D68"/>
                </a:solidFill>
              </a:defRPr>
            </a:lvl3pPr>
            <a:lvl4pPr algn="l">
              <a:defRPr sz="1125" b="1">
                <a:solidFill>
                  <a:srgbClr val="258D68"/>
                </a:solidFill>
              </a:defRPr>
            </a:lvl4pPr>
            <a:lvl5pPr algn="l">
              <a:defRPr sz="1125" b="1">
                <a:solidFill>
                  <a:srgbClr val="258D68"/>
                </a:solidFill>
              </a:defRPr>
            </a:lvl5pPr>
            <a:lvl6pPr algn="l">
              <a:defRPr sz="1125" b="1">
                <a:solidFill>
                  <a:srgbClr val="258D68"/>
                </a:solidFill>
              </a:defRPr>
            </a:lvl6pPr>
            <a:lvl7pPr algn="l">
              <a:defRPr sz="1125" b="1">
                <a:solidFill>
                  <a:srgbClr val="258D68"/>
                </a:solidFill>
              </a:defRPr>
            </a:lvl7pPr>
            <a:lvl8pPr algn="l">
              <a:defRPr sz="1125" b="1">
                <a:solidFill>
                  <a:srgbClr val="258D68"/>
                </a:solidFill>
              </a:defRPr>
            </a:lvl8pPr>
            <a:lvl9pPr algn="l">
              <a:defRPr sz="1125" b="1">
                <a:solidFill>
                  <a:srgbClr val="258D68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58D68"/>
                </a:solidFill>
              </a:defRPr>
            </a:pPr>
            <a:r>
              <a:rPr sz="1125" b="1">
                <a:solidFill>
                  <a:srgbClr val="258D68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554E12-02C7-4C0E-91C4-98783715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52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31F"/>
                </a:solidFill>
              </a:defRPr>
            </a:defPPr>
            <a:lvl1pPr algn="l">
              <a:defRPr sz="1500" b="1">
                <a:solidFill>
                  <a:srgbClr val="10231F"/>
                </a:solidFill>
              </a:defRPr>
            </a:lvl1pPr>
            <a:lvl2pPr algn="l">
              <a:defRPr sz="1500" b="1">
                <a:solidFill>
                  <a:srgbClr val="10231F"/>
                </a:solidFill>
              </a:defRPr>
            </a:lvl2pPr>
            <a:lvl3pPr algn="l">
              <a:defRPr sz="1500" b="1">
                <a:solidFill>
                  <a:srgbClr val="10231F"/>
                </a:solidFill>
              </a:defRPr>
            </a:lvl3pPr>
            <a:lvl4pPr algn="l">
              <a:defRPr sz="1500" b="1">
                <a:solidFill>
                  <a:srgbClr val="10231F"/>
                </a:solidFill>
              </a:defRPr>
            </a:lvl4pPr>
            <a:lvl5pPr algn="l">
              <a:defRPr sz="1500" b="1">
                <a:solidFill>
                  <a:srgbClr val="10231F"/>
                </a:solidFill>
              </a:defRPr>
            </a:lvl5pPr>
            <a:lvl6pPr algn="l">
              <a:defRPr sz="1500" b="1">
                <a:solidFill>
                  <a:srgbClr val="10231F"/>
                </a:solidFill>
              </a:defRPr>
            </a:lvl6pPr>
            <a:lvl7pPr algn="l">
              <a:defRPr sz="1500" b="1">
                <a:solidFill>
                  <a:srgbClr val="10231F"/>
                </a:solidFill>
              </a:defRPr>
            </a:lvl7pPr>
            <a:lvl8pPr algn="l">
              <a:defRPr sz="1500" b="1">
                <a:solidFill>
                  <a:srgbClr val="10231F"/>
                </a:solidFill>
              </a:defRPr>
            </a:lvl8pPr>
            <a:lvl9pPr algn="l">
              <a:defRPr sz="1500" b="1">
                <a:solidFill>
                  <a:srgbClr val="10231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RESEARCH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C12B3-80E7-4D8B-B687-E9EE7B0B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145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25A"/>
                </a:solidFill>
              </a:defRPr>
            </a:defPPr>
            <a:lvl1pPr algn="l">
              <a:defRPr sz="1350" b="0">
                <a:solidFill>
                  <a:srgbClr val="52625A"/>
                </a:solidFill>
              </a:defRPr>
            </a:lvl1pPr>
            <a:lvl2pPr algn="l">
              <a:defRPr sz="1350" b="0">
                <a:solidFill>
                  <a:srgbClr val="52625A"/>
                </a:solidFill>
              </a:defRPr>
            </a:lvl2pPr>
            <a:lvl3pPr algn="l">
              <a:defRPr sz="1350" b="0">
                <a:solidFill>
                  <a:srgbClr val="52625A"/>
                </a:solidFill>
              </a:defRPr>
            </a:lvl3pPr>
            <a:lvl4pPr algn="l">
              <a:defRPr sz="1350" b="0">
                <a:solidFill>
                  <a:srgbClr val="52625A"/>
                </a:solidFill>
              </a:defRPr>
            </a:lvl4pPr>
            <a:lvl5pPr algn="l">
              <a:defRPr sz="1350" b="0">
                <a:solidFill>
                  <a:srgbClr val="52625A"/>
                </a:solidFill>
              </a:defRPr>
            </a:lvl5pPr>
            <a:lvl6pPr algn="l">
              <a:defRPr sz="1350" b="0">
                <a:solidFill>
                  <a:srgbClr val="52625A"/>
                </a:solidFill>
              </a:defRPr>
            </a:lvl6pPr>
            <a:lvl7pPr algn="l">
              <a:defRPr sz="1350" b="0">
                <a:solidFill>
                  <a:srgbClr val="52625A"/>
                </a:solidFill>
              </a:defRPr>
            </a:lvl7pPr>
            <a:lvl8pPr algn="l">
              <a:defRPr sz="1350" b="0">
                <a:solidFill>
                  <a:srgbClr val="52625A"/>
                </a:solidFill>
              </a:defRPr>
            </a:lvl8pPr>
            <a:lvl9pPr algn="l">
              <a:defRPr sz="1350" b="0">
                <a:solidFill>
                  <a:srgbClr val="52625A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25A"/>
                </a:solidFill>
              </a:defRPr>
            </a:pPr>
            <a:r>
              <a:rPr sz="1350" b="0">
                <a:solidFill>
                  <a:srgbClr val="52625A"/>
                </a:solidFill>
              </a:rPr>
              <a:t>Five-stock watchlist with selectable daily charts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B0C0E-11D8-4F80-A980-4D64077D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6700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E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2AF84-15BE-4A5A-8215-32E75957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146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258D68"/>
                </a:solidFill>
              </a:defRPr>
            </a:defPPr>
            <a:lvl1pPr algn="l">
              <a:defRPr sz="1125" b="1">
                <a:solidFill>
                  <a:srgbClr val="258D68"/>
                </a:solidFill>
              </a:defRPr>
            </a:lvl1pPr>
            <a:lvl2pPr algn="l">
              <a:defRPr sz="1125" b="1">
                <a:solidFill>
                  <a:srgbClr val="258D68"/>
                </a:solidFill>
              </a:defRPr>
            </a:lvl2pPr>
            <a:lvl3pPr algn="l">
              <a:defRPr sz="1125" b="1">
                <a:solidFill>
                  <a:srgbClr val="258D68"/>
                </a:solidFill>
              </a:defRPr>
            </a:lvl3pPr>
            <a:lvl4pPr algn="l">
              <a:defRPr sz="1125" b="1">
                <a:solidFill>
                  <a:srgbClr val="258D68"/>
                </a:solidFill>
              </a:defRPr>
            </a:lvl4pPr>
            <a:lvl5pPr algn="l">
              <a:defRPr sz="1125" b="1">
                <a:solidFill>
                  <a:srgbClr val="258D68"/>
                </a:solidFill>
              </a:defRPr>
            </a:lvl5pPr>
            <a:lvl6pPr algn="l">
              <a:defRPr sz="1125" b="1">
                <a:solidFill>
                  <a:srgbClr val="258D68"/>
                </a:solidFill>
              </a:defRPr>
            </a:lvl6pPr>
            <a:lvl7pPr algn="l">
              <a:defRPr sz="1125" b="1">
                <a:solidFill>
                  <a:srgbClr val="258D68"/>
                </a:solidFill>
              </a:defRPr>
            </a:lvl7pPr>
            <a:lvl8pPr algn="l">
              <a:defRPr sz="1125" b="1">
                <a:solidFill>
                  <a:srgbClr val="258D68"/>
                </a:solidFill>
              </a:defRPr>
            </a:lvl8pPr>
            <a:lvl9pPr algn="l">
              <a:defRPr sz="1125" b="1">
                <a:solidFill>
                  <a:srgbClr val="258D68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58D68"/>
                </a:solidFill>
              </a:defRPr>
            </a:pPr>
            <a:r>
              <a:rPr sz="1125" b="1">
                <a:solidFill>
                  <a:srgbClr val="258D68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770C2-2A06-4E15-9491-30DACCB8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31F"/>
                </a:solidFill>
              </a:defRPr>
            </a:defPPr>
            <a:lvl1pPr algn="l">
              <a:defRPr sz="1500" b="1">
                <a:solidFill>
                  <a:srgbClr val="10231F"/>
                </a:solidFill>
              </a:defRPr>
            </a:lvl1pPr>
            <a:lvl2pPr algn="l">
              <a:defRPr sz="1500" b="1">
                <a:solidFill>
                  <a:srgbClr val="10231F"/>
                </a:solidFill>
              </a:defRPr>
            </a:lvl2pPr>
            <a:lvl3pPr algn="l">
              <a:defRPr sz="1500" b="1">
                <a:solidFill>
                  <a:srgbClr val="10231F"/>
                </a:solidFill>
              </a:defRPr>
            </a:lvl3pPr>
            <a:lvl4pPr algn="l">
              <a:defRPr sz="1500" b="1">
                <a:solidFill>
                  <a:srgbClr val="10231F"/>
                </a:solidFill>
              </a:defRPr>
            </a:lvl4pPr>
            <a:lvl5pPr algn="l">
              <a:defRPr sz="1500" b="1">
                <a:solidFill>
                  <a:srgbClr val="10231F"/>
                </a:solidFill>
              </a:defRPr>
            </a:lvl5pPr>
            <a:lvl6pPr algn="l">
              <a:defRPr sz="1500" b="1">
                <a:solidFill>
                  <a:srgbClr val="10231F"/>
                </a:solidFill>
              </a:defRPr>
            </a:lvl6pPr>
            <a:lvl7pPr algn="l">
              <a:defRPr sz="1500" b="1">
                <a:solidFill>
                  <a:srgbClr val="10231F"/>
                </a:solidFill>
              </a:defRPr>
            </a:lvl7pPr>
            <a:lvl8pPr algn="l">
              <a:defRPr sz="1500" b="1">
                <a:solidFill>
                  <a:srgbClr val="10231F"/>
                </a:solidFill>
              </a:defRPr>
            </a:lvl8pPr>
            <a:lvl9pPr algn="l">
              <a:defRPr sz="1500" b="1">
                <a:solidFill>
                  <a:srgbClr val="10231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4B7D34-937E-4E97-B294-E7F9E8F6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385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25A"/>
                </a:solidFill>
              </a:defRPr>
            </a:defPPr>
            <a:lvl1pPr algn="l">
              <a:defRPr sz="1350" b="0">
                <a:solidFill>
                  <a:srgbClr val="52625A"/>
                </a:solidFill>
              </a:defRPr>
            </a:lvl1pPr>
            <a:lvl2pPr algn="l">
              <a:defRPr sz="1350" b="0">
                <a:solidFill>
                  <a:srgbClr val="52625A"/>
                </a:solidFill>
              </a:defRPr>
            </a:lvl2pPr>
            <a:lvl3pPr algn="l">
              <a:defRPr sz="1350" b="0">
                <a:solidFill>
                  <a:srgbClr val="52625A"/>
                </a:solidFill>
              </a:defRPr>
            </a:lvl3pPr>
            <a:lvl4pPr algn="l">
              <a:defRPr sz="1350" b="0">
                <a:solidFill>
                  <a:srgbClr val="52625A"/>
                </a:solidFill>
              </a:defRPr>
            </a:lvl4pPr>
            <a:lvl5pPr algn="l">
              <a:defRPr sz="1350" b="0">
                <a:solidFill>
                  <a:srgbClr val="52625A"/>
                </a:solidFill>
              </a:defRPr>
            </a:lvl5pPr>
            <a:lvl6pPr algn="l">
              <a:defRPr sz="1350" b="0">
                <a:solidFill>
                  <a:srgbClr val="52625A"/>
                </a:solidFill>
              </a:defRPr>
            </a:lvl6pPr>
            <a:lvl7pPr algn="l">
              <a:defRPr sz="1350" b="0">
                <a:solidFill>
                  <a:srgbClr val="52625A"/>
                </a:solidFill>
              </a:defRPr>
            </a:lvl7pPr>
            <a:lvl8pPr algn="l">
              <a:defRPr sz="1350" b="0">
                <a:solidFill>
                  <a:srgbClr val="52625A"/>
                </a:solidFill>
              </a:defRPr>
            </a:lvl8pPr>
            <a:lvl9pPr algn="l">
              <a:defRPr sz="1350" b="0">
                <a:solidFill>
                  <a:srgbClr val="52625A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25A"/>
                </a:solidFill>
              </a:defRPr>
            </a:pPr>
            <a:r>
              <a:rPr sz="1350" b="0">
                <a:solidFill>
                  <a:srgbClr val="52625A"/>
                </a:solidFill>
              </a:rPr>
              <a:t>Total, protected and trading capital stay distinct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A184E5-A5CF-4024-AC52-0F891C07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9095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E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10E0BC-BC65-428F-9B71-CC791E9A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386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258D68"/>
                </a:solidFill>
              </a:defRPr>
            </a:defPPr>
            <a:lvl1pPr algn="l">
              <a:defRPr sz="1125" b="1">
                <a:solidFill>
                  <a:srgbClr val="258D68"/>
                </a:solidFill>
              </a:defRPr>
            </a:lvl1pPr>
            <a:lvl2pPr algn="l">
              <a:defRPr sz="1125" b="1">
                <a:solidFill>
                  <a:srgbClr val="258D68"/>
                </a:solidFill>
              </a:defRPr>
            </a:lvl2pPr>
            <a:lvl3pPr algn="l">
              <a:defRPr sz="1125" b="1">
                <a:solidFill>
                  <a:srgbClr val="258D68"/>
                </a:solidFill>
              </a:defRPr>
            </a:lvl3pPr>
            <a:lvl4pPr algn="l">
              <a:defRPr sz="1125" b="1">
                <a:solidFill>
                  <a:srgbClr val="258D68"/>
                </a:solidFill>
              </a:defRPr>
            </a:lvl4pPr>
            <a:lvl5pPr algn="l">
              <a:defRPr sz="1125" b="1">
                <a:solidFill>
                  <a:srgbClr val="258D68"/>
                </a:solidFill>
              </a:defRPr>
            </a:lvl5pPr>
            <a:lvl6pPr algn="l">
              <a:defRPr sz="1125" b="1">
                <a:solidFill>
                  <a:srgbClr val="258D68"/>
                </a:solidFill>
              </a:defRPr>
            </a:lvl6pPr>
            <a:lvl7pPr algn="l">
              <a:defRPr sz="1125" b="1">
                <a:solidFill>
                  <a:srgbClr val="258D68"/>
                </a:solidFill>
              </a:defRPr>
            </a:lvl7pPr>
            <a:lvl8pPr algn="l">
              <a:defRPr sz="1125" b="1">
                <a:solidFill>
                  <a:srgbClr val="258D68"/>
                </a:solidFill>
              </a:defRPr>
            </a:lvl8pPr>
            <a:lvl9pPr algn="l">
              <a:defRPr sz="1125" b="1">
                <a:solidFill>
                  <a:srgbClr val="258D68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58D68"/>
                </a:solidFill>
              </a:defRPr>
            </a:pPr>
            <a:r>
              <a:rPr sz="1125" b="1">
                <a:solidFill>
                  <a:srgbClr val="258D68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D8C0CB-3356-4FE4-BDA9-5BE15E68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00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31F"/>
                </a:solidFill>
              </a:defRPr>
            </a:defPPr>
            <a:lvl1pPr algn="l">
              <a:defRPr sz="1500" b="1">
                <a:solidFill>
                  <a:srgbClr val="10231F"/>
                </a:solidFill>
              </a:defRPr>
            </a:lvl1pPr>
            <a:lvl2pPr algn="l">
              <a:defRPr sz="1500" b="1">
                <a:solidFill>
                  <a:srgbClr val="10231F"/>
                </a:solidFill>
              </a:defRPr>
            </a:lvl2pPr>
            <a:lvl3pPr algn="l">
              <a:defRPr sz="1500" b="1">
                <a:solidFill>
                  <a:srgbClr val="10231F"/>
                </a:solidFill>
              </a:defRPr>
            </a:lvl3pPr>
            <a:lvl4pPr algn="l">
              <a:defRPr sz="1500" b="1">
                <a:solidFill>
                  <a:srgbClr val="10231F"/>
                </a:solidFill>
              </a:defRPr>
            </a:lvl4pPr>
            <a:lvl5pPr algn="l">
              <a:defRPr sz="1500" b="1">
                <a:solidFill>
                  <a:srgbClr val="10231F"/>
                </a:solidFill>
              </a:defRPr>
            </a:lvl5pPr>
            <a:lvl6pPr algn="l">
              <a:defRPr sz="1500" b="1">
                <a:solidFill>
                  <a:srgbClr val="10231F"/>
                </a:solidFill>
              </a:defRPr>
            </a:lvl6pPr>
            <a:lvl7pPr algn="l">
              <a:defRPr sz="1500" b="1">
                <a:solidFill>
                  <a:srgbClr val="10231F"/>
                </a:solidFill>
              </a:defRPr>
            </a:lvl7pPr>
            <a:lvl8pPr algn="l">
              <a:defRPr sz="1500" b="1">
                <a:solidFill>
                  <a:srgbClr val="10231F"/>
                </a:solidFill>
              </a:defRPr>
            </a:lvl8pPr>
            <a:lvl9pPr algn="l">
              <a:defRPr sz="1500" b="1">
                <a:solidFill>
                  <a:srgbClr val="10231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48A99A-0585-4BAA-9211-9B85C25A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624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25A"/>
                </a:solidFill>
              </a:defRPr>
            </a:defPPr>
            <a:lvl1pPr algn="l">
              <a:defRPr sz="1350" b="0">
                <a:solidFill>
                  <a:srgbClr val="52625A"/>
                </a:solidFill>
              </a:defRPr>
            </a:lvl1pPr>
            <a:lvl2pPr algn="l">
              <a:defRPr sz="1350" b="0">
                <a:solidFill>
                  <a:srgbClr val="52625A"/>
                </a:solidFill>
              </a:defRPr>
            </a:lvl2pPr>
            <a:lvl3pPr algn="l">
              <a:defRPr sz="1350" b="0">
                <a:solidFill>
                  <a:srgbClr val="52625A"/>
                </a:solidFill>
              </a:defRPr>
            </a:lvl3pPr>
            <a:lvl4pPr algn="l">
              <a:defRPr sz="1350" b="0">
                <a:solidFill>
                  <a:srgbClr val="52625A"/>
                </a:solidFill>
              </a:defRPr>
            </a:lvl4pPr>
            <a:lvl5pPr algn="l">
              <a:defRPr sz="1350" b="0">
                <a:solidFill>
                  <a:srgbClr val="52625A"/>
                </a:solidFill>
              </a:defRPr>
            </a:lvl5pPr>
            <a:lvl6pPr algn="l">
              <a:defRPr sz="1350" b="0">
                <a:solidFill>
                  <a:srgbClr val="52625A"/>
                </a:solidFill>
              </a:defRPr>
            </a:lvl6pPr>
            <a:lvl7pPr algn="l">
              <a:defRPr sz="1350" b="0">
                <a:solidFill>
                  <a:srgbClr val="52625A"/>
                </a:solidFill>
              </a:defRPr>
            </a:lvl7pPr>
            <a:lvl8pPr algn="l">
              <a:defRPr sz="1350" b="0">
                <a:solidFill>
                  <a:srgbClr val="52625A"/>
                </a:solidFill>
              </a:defRPr>
            </a:lvl8pPr>
            <a:lvl9pPr algn="l">
              <a:defRPr sz="1350" b="0">
                <a:solidFill>
                  <a:srgbClr val="52625A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25A"/>
                </a:solidFill>
              </a:defRPr>
            </a:pPr>
            <a:r>
              <a:rPr sz="1350" b="0">
                <a:solidFill>
                  <a:srgbClr val="52625A"/>
                </a:solidFill>
              </a:rPr>
              <a:t>SMA strategies compared on a later holdout period</a:t>
            </a:r>
          </a:p>
        </p:txBody>
      </p:sp>
    </p:spTree>
    <p:extLst>
      <p:ext uri="{BB962C8B-B14F-4D97-AF65-F5344CB8AC3E}">
        <p14:creationId xmlns:p14="http://schemas.microsoft.com/office/powerpoint/2010/main" val="1751280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7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4F8936-374F-402F-97A9-8CCDA3E0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4D6A2"/>
                </a:solidFill>
              </a:defRPr>
            </a:defPPr>
            <a:lvl1pPr algn="l">
              <a:defRPr sz="1050" b="1">
                <a:solidFill>
                  <a:srgbClr val="54D6A2"/>
                </a:solidFill>
              </a:defRPr>
            </a:lvl1pPr>
            <a:lvl2pPr algn="l">
              <a:defRPr sz="1050" b="1">
                <a:solidFill>
                  <a:srgbClr val="54D6A2"/>
                </a:solidFill>
              </a:defRPr>
            </a:lvl2pPr>
            <a:lvl3pPr algn="l">
              <a:defRPr sz="1050" b="1">
                <a:solidFill>
                  <a:srgbClr val="54D6A2"/>
                </a:solidFill>
              </a:defRPr>
            </a:lvl3pPr>
            <a:lvl4pPr algn="l">
              <a:defRPr sz="1050" b="1">
                <a:solidFill>
                  <a:srgbClr val="54D6A2"/>
                </a:solidFill>
              </a:defRPr>
            </a:lvl4pPr>
            <a:lvl5pPr algn="l">
              <a:defRPr sz="1050" b="1">
                <a:solidFill>
                  <a:srgbClr val="54D6A2"/>
                </a:solidFill>
              </a:defRPr>
            </a:lvl5pPr>
            <a:lvl6pPr algn="l">
              <a:defRPr sz="1050" b="1">
                <a:solidFill>
                  <a:srgbClr val="54D6A2"/>
                </a:solidFill>
              </a:defRPr>
            </a:lvl6pPr>
            <a:lvl7pPr algn="l">
              <a:defRPr sz="1050" b="1">
                <a:solidFill>
                  <a:srgbClr val="54D6A2"/>
                </a:solidFill>
              </a:defRPr>
            </a:lvl7pPr>
            <a:lvl8pPr algn="l">
              <a:defRPr sz="1050" b="1">
                <a:solidFill>
                  <a:srgbClr val="54D6A2"/>
                </a:solidFill>
              </a:defRPr>
            </a:lvl8pPr>
            <a:lvl9pPr algn="l">
              <a:defRPr sz="1050" b="1">
                <a:solidFill>
                  <a:srgbClr val="54D6A2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4D6A2"/>
                </a:solidFill>
              </a:defRPr>
            </a:pPr>
            <a:r>
              <a:rPr sz="1050" b="1">
                <a:solidFill>
                  <a:srgbClr val="54D6A2"/>
                </a:solidFill>
              </a:rPr>
              <a:t>PRODUCT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41951-04EB-4221-9CB6-E8DD6A94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F4F1E8"/>
                </a:solidFill>
              </a:defRPr>
            </a:defPPr>
            <a:lvl1pPr algn="l">
              <a:defRPr sz="3150" b="1">
                <a:solidFill>
                  <a:srgbClr val="F4F1E8"/>
                </a:solidFill>
              </a:defRPr>
            </a:lvl1pPr>
            <a:lvl2pPr algn="l">
              <a:defRPr sz="3150" b="1">
                <a:solidFill>
                  <a:srgbClr val="F4F1E8"/>
                </a:solidFill>
              </a:defRPr>
            </a:lvl2pPr>
            <a:lvl3pPr algn="l">
              <a:defRPr sz="3150" b="1">
                <a:solidFill>
                  <a:srgbClr val="F4F1E8"/>
                </a:solidFill>
              </a:defRPr>
            </a:lvl3pPr>
            <a:lvl4pPr algn="l">
              <a:defRPr sz="3150" b="1">
                <a:solidFill>
                  <a:srgbClr val="F4F1E8"/>
                </a:solidFill>
              </a:defRPr>
            </a:lvl4pPr>
            <a:lvl5pPr algn="l">
              <a:defRPr sz="3150" b="1">
                <a:solidFill>
                  <a:srgbClr val="F4F1E8"/>
                </a:solidFill>
              </a:defRPr>
            </a:lvl5pPr>
            <a:lvl6pPr algn="l">
              <a:defRPr sz="3150" b="1">
                <a:solidFill>
                  <a:srgbClr val="F4F1E8"/>
                </a:solidFill>
              </a:defRPr>
            </a:lvl6pPr>
            <a:lvl7pPr algn="l">
              <a:defRPr sz="3150" b="1">
                <a:solidFill>
                  <a:srgbClr val="F4F1E8"/>
                </a:solidFill>
              </a:defRPr>
            </a:lvl7pPr>
            <a:lvl8pPr algn="l">
              <a:defRPr sz="3150" b="1">
                <a:solidFill>
                  <a:srgbClr val="F4F1E8"/>
                </a:solidFill>
              </a:defRPr>
            </a:lvl8pPr>
            <a:lvl9pPr algn="l">
              <a:defRPr sz="3150" b="1">
                <a:solidFill>
                  <a:srgbClr val="F4F1E8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4F1E8"/>
                </a:solidFill>
              </a:defRPr>
            </a:pPr>
            <a:r>
              <a:rPr sz="3150" b="1">
                <a:solidFill>
                  <a:srgbClr val="F4F1E8"/>
                </a:solidFill>
              </a:rPr>
              <a:t>Market context at a glance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6448D-1B7A-47D3-92AB-F2E381CE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9561F-F645-4214-A1FE-A95E1155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A9B8B0"/>
                </a:solidFill>
              </a:defRPr>
            </a:defPPr>
            <a:lvl1pPr algn="l">
              <a:defRPr sz="975" b="1">
                <a:solidFill>
                  <a:srgbClr val="A9B8B0"/>
                </a:solidFill>
              </a:defRPr>
            </a:lvl1pPr>
            <a:lvl2pPr algn="l">
              <a:defRPr sz="975" b="1">
                <a:solidFill>
                  <a:srgbClr val="A9B8B0"/>
                </a:solidFill>
              </a:defRPr>
            </a:lvl2pPr>
            <a:lvl3pPr algn="l">
              <a:defRPr sz="975" b="1">
                <a:solidFill>
                  <a:srgbClr val="A9B8B0"/>
                </a:solidFill>
              </a:defRPr>
            </a:lvl3pPr>
            <a:lvl4pPr algn="l">
              <a:defRPr sz="975" b="1">
                <a:solidFill>
                  <a:srgbClr val="A9B8B0"/>
                </a:solidFill>
              </a:defRPr>
            </a:lvl4pPr>
            <a:lvl5pPr algn="l">
              <a:defRPr sz="975" b="1">
                <a:solidFill>
                  <a:srgbClr val="A9B8B0"/>
                </a:solidFill>
              </a:defRPr>
            </a:lvl5pPr>
            <a:lvl6pPr algn="l">
              <a:defRPr sz="975" b="1">
                <a:solidFill>
                  <a:srgbClr val="A9B8B0"/>
                </a:solidFill>
              </a:defRPr>
            </a:lvl6pPr>
            <a:lvl7pPr algn="l">
              <a:defRPr sz="975" b="1">
                <a:solidFill>
                  <a:srgbClr val="A9B8B0"/>
                </a:solidFill>
              </a:defRPr>
            </a:lvl7pPr>
            <a:lvl8pPr algn="l">
              <a:defRPr sz="975" b="1">
                <a:solidFill>
                  <a:srgbClr val="A9B8B0"/>
                </a:solidFill>
              </a:defRPr>
            </a:lvl8pPr>
            <a:lvl9pPr algn="l">
              <a:defRPr sz="975" b="1">
                <a:solidFill>
                  <a:srgbClr val="A9B8B0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9B8B0"/>
                </a:solidFill>
              </a:defRPr>
            </a:pPr>
            <a:r>
              <a:rPr sz="975" b="1">
                <a:solidFill>
                  <a:srgbClr val="A9B8B0"/>
                </a:solidFill>
              </a:rPr>
              <a:t>BECHTHOLD INDUSTRIES  /  AI MARKET RESEARCH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D5C24-8AB6-4E36-8302-C62D3B59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A9B8B0"/>
                </a:solidFill>
              </a:defRPr>
            </a:defPPr>
            <a:lvl1pPr algn="r">
              <a:defRPr sz="1050" b="1">
                <a:solidFill>
                  <a:srgbClr val="A9B8B0"/>
                </a:solidFill>
              </a:defRPr>
            </a:lvl1pPr>
            <a:lvl2pPr algn="r">
              <a:defRPr sz="1050" b="1">
                <a:solidFill>
                  <a:srgbClr val="A9B8B0"/>
                </a:solidFill>
              </a:defRPr>
            </a:lvl2pPr>
            <a:lvl3pPr algn="r">
              <a:defRPr sz="1050" b="1">
                <a:solidFill>
                  <a:srgbClr val="A9B8B0"/>
                </a:solidFill>
              </a:defRPr>
            </a:lvl3pPr>
            <a:lvl4pPr algn="r">
              <a:defRPr sz="1050" b="1">
                <a:solidFill>
                  <a:srgbClr val="A9B8B0"/>
                </a:solidFill>
              </a:defRPr>
            </a:lvl4pPr>
            <a:lvl5pPr algn="r">
              <a:defRPr sz="1050" b="1">
                <a:solidFill>
                  <a:srgbClr val="A9B8B0"/>
                </a:solidFill>
              </a:defRPr>
            </a:lvl5pPr>
            <a:lvl6pPr algn="r">
              <a:defRPr sz="1050" b="1">
                <a:solidFill>
                  <a:srgbClr val="A9B8B0"/>
                </a:solidFill>
              </a:defRPr>
            </a:lvl6pPr>
            <a:lvl7pPr algn="r">
              <a:defRPr sz="1050" b="1">
                <a:solidFill>
                  <a:srgbClr val="A9B8B0"/>
                </a:solidFill>
              </a:defRPr>
            </a:lvl7pPr>
            <a:lvl8pPr algn="r">
              <a:defRPr sz="1050" b="1">
                <a:solidFill>
                  <a:srgbClr val="A9B8B0"/>
                </a:solidFill>
              </a:defRPr>
            </a:lvl8pPr>
            <a:lvl9pPr algn="r">
              <a:defRPr sz="1050" b="1">
                <a:solidFill>
                  <a:srgbClr val="A9B8B0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A9B8B0"/>
                </a:solidFill>
              </a:defRPr>
            </a:pPr>
            <a:r>
              <a:rPr sz="1050" b="1">
                <a:solidFill>
                  <a:srgbClr val="A9B8B0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A1F75-B9B2-4E7E-9E41-EE1AFD1B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4F1E8"/>
                </a:solidFill>
              </a:defRPr>
            </a:defPPr>
            <a:lvl1pPr algn="l">
              <a:defRPr sz="2325" b="1">
                <a:solidFill>
                  <a:srgbClr val="F4F1E8"/>
                </a:solidFill>
              </a:defRPr>
            </a:lvl1pPr>
            <a:lvl2pPr algn="l">
              <a:defRPr sz="2325" b="1">
                <a:solidFill>
                  <a:srgbClr val="F4F1E8"/>
                </a:solidFill>
              </a:defRPr>
            </a:lvl2pPr>
            <a:lvl3pPr algn="l">
              <a:defRPr sz="2325" b="1">
                <a:solidFill>
                  <a:srgbClr val="F4F1E8"/>
                </a:solidFill>
              </a:defRPr>
            </a:lvl3pPr>
            <a:lvl4pPr algn="l">
              <a:defRPr sz="2325" b="1">
                <a:solidFill>
                  <a:srgbClr val="F4F1E8"/>
                </a:solidFill>
              </a:defRPr>
            </a:lvl4pPr>
            <a:lvl5pPr algn="l">
              <a:defRPr sz="2325" b="1">
                <a:solidFill>
                  <a:srgbClr val="F4F1E8"/>
                </a:solidFill>
              </a:defRPr>
            </a:lvl5pPr>
            <a:lvl6pPr algn="l">
              <a:defRPr sz="2325" b="1">
                <a:solidFill>
                  <a:srgbClr val="F4F1E8"/>
                </a:solidFill>
              </a:defRPr>
            </a:lvl6pPr>
            <a:lvl7pPr algn="l">
              <a:defRPr sz="2325" b="1">
                <a:solidFill>
                  <a:srgbClr val="F4F1E8"/>
                </a:solidFill>
              </a:defRPr>
            </a:lvl7pPr>
            <a:lvl8pPr algn="l">
              <a:defRPr sz="2325" b="1">
                <a:solidFill>
                  <a:srgbClr val="F4F1E8"/>
                </a:solidFill>
              </a:defRPr>
            </a:lvl8pPr>
            <a:lvl9pPr algn="l">
              <a:defRPr sz="2325" b="1">
                <a:solidFill>
                  <a:srgbClr val="F4F1E8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4F1E8"/>
                </a:solidFill>
              </a:defRPr>
            </a:pPr>
            <a:r>
              <a:rPr sz="2325" b="1">
                <a:solidFill>
                  <a:srgbClr val="F4F1E8"/>
                </a:solidFill>
              </a:rPr>
              <a:t>A compact market watch keeps the current ticker one tap away.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64268-7A61-47F8-9AAB-CD4D407C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A9B8B0"/>
                </a:solidFill>
              </a:defRPr>
            </a:defPPr>
            <a:lvl1pPr algn="l">
              <a:defRPr sz="1575" b="0">
                <a:solidFill>
                  <a:srgbClr val="A9B8B0"/>
                </a:solidFill>
              </a:defRPr>
            </a:lvl1pPr>
            <a:lvl2pPr algn="l">
              <a:defRPr sz="1575" b="0">
                <a:solidFill>
                  <a:srgbClr val="A9B8B0"/>
                </a:solidFill>
              </a:defRPr>
            </a:lvl2pPr>
            <a:lvl3pPr algn="l">
              <a:defRPr sz="1575" b="0">
                <a:solidFill>
                  <a:srgbClr val="A9B8B0"/>
                </a:solidFill>
              </a:defRPr>
            </a:lvl3pPr>
            <a:lvl4pPr algn="l">
              <a:defRPr sz="1575" b="0">
                <a:solidFill>
                  <a:srgbClr val="A9B8B0"/>
                </a:solidFill>
              </a:defRPr>
            </a:lvl4pPr>
            <a:lvl5pPr algn="l">
              <a:defRPr sz="1575" b="0">
                <a:solidFill>
                  <a:srgbClr val="A9B8B0"/>
                </a:solidFill>
              </a:defRPr>
            </a:lvl5pPr>
            <a:lvl6pPr algn="l">
              <a:defRPr sz="1575" b="0">
                <a:solidFill>
                  <a:srgbClr val="A9B8B0"/>
                </a:solidFill>
              </a:defRPr>
            </a:lvl6pPr>
            <a:lvl7pPr algn="l">
              <a:defRPr sz="1575" b="0">
                <a:solidFill>
                  <a:srgbClr val="A9B8B0"/>
                </a:solidFill>
              </a:defRPr>
            </a:lvl7pPr>
            <a:lvl8pPr algn="l">
              <a:defRPr sz="1575" b="0">
                <a:solidFill>
                  <a:srgbClr val="A9B8B0"/>
                </a:solidFill>
              </a:defRPr>
            </a:lvl8pPr>
            <a:lvl9pPr algn="l">
              <a:defRPr sz="1575" b="0">
                <a:solidFill>
                  <a:srgbClr val="A9B8B0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B8B0"/>
                </a:solidFill>
              </a:defRPr>
            </a:pPr>
            <a:r>
              <a:rPr sz="1575" b="0">
                <a:solidFill>
                  <a:srgbClr val="A9B8B0"/>
                </a:solidFill>
              </a:rPr>
              <a:t>Daily closing-price charts</a:t>
            </a:r>
          </a:p>
          <a:p xmlns:a="http://schemas.openxmlformats.org/drawingml/2006/main">
            <a:pPr algn="l">
              <a:defRPr sz="1575" b="0">
                <a:solidFill>
                  <a:srgbClr val="A9B8B0"/>
                </a:solidFill>
              </a:defRPr>
            </a:pPr>
            <a:r>
              <a:rPr sz="1575" b="0">
                <a:solidFill>
                  <a:srgbClr val="A9B8B0"/>
                </a:solidFill>
              </a:rPr>
              <a:t>1M · 3M · full available history</a:t>
            </a:r>
          </a:p>
          <a:p xmlns:a="http://schemas.openxmlformats.org/drawingml/2006/main">
            <a:pPr algn="l">
              <a:defRPr sz="1575" b="0">
                <a:solidFill>
                  <a:srgbClr val="A9B8B0"/>
                </a:solidFill>
              </a:defRPr>
            </a:pPr>
            <a:r>
              <a:rPr sz="1575" b="0">
                <a:solidFill>
                  <a:srgbClr val="A9B8B0"/>
                </a:solidFill>
              </a:rPr>
              <a:t>No background polling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C2002-9CC0-4C71-A901-D35DC1F5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4D6A2"/>
                </a:solidFill>
              </a:defRPr>
            </a:defPPr>
            <a:lvl1pPr algn="l">
              <a:defRPr sz="1275" b="0">
                <a:solidFill>
                  <a:srgbClr val="54D6A2"/>
                </a:solidFill>
              </a:defRPr>
            </a:lvl1pPr>
            <a:lvl2pPr algn="l">
              <a:defRPr sz="1275" b="0">
                <a:solidFill>
                  <a:srgbClr val="54D6A2"/>
                </a:solidFill>
              </a:defRPr>
            </a:lvl2pPr>
            <a:lvl3pPr algn="l">
              <a:defRPr sz="1275" b="0">
                <a:solidFill>
                  <a:srgbClr val="54D6A2"/>
                </a:solidFill>
              </a:defRPr>
            </a:lvl3pPr>
            <a:lvl4pPr algn="l">
              <a:defRPr sz="1275" b="0">
                <a:solidFill>
                  <a:srgbClr val="54D6A2"/>
                </a:solidFill>
              </a:defRPr>
            </a:lvl4pPr>
            <a:lvl5pPr algn="l">
              <a:defRPr sz="1275" b="0">
                <a:solidFill>
                  <a:srgbClr val="54D6A2"/>
                </a:solidFill>
              </a:defRPr>
            </a:lvl5pPr>
            <a:lvl6pPr algn="l">
              <a:defRPr sz="1275" b="0">
                <a:solidFill>
                  <a:srgbClr val="54D6A2"/>
                </a:solidFill>
              </a:defRPr>
            </a:lvl6pPr>
            <a:lvl7pPr algn="l">
              <a:defRPr sz="1275" b="0">
                <a:solidFill>
                  <a:srgbClr val="54D6A2"/>
                </a:solidFill>
              </a:defRPr>
            </a:lvl7pPr>
            <a:lvl8pPr algn="l">
              <a:defRPr sz="1275" b="0">
                <a:solidFill>
                  <a:srgbClr val="54D6A2"/>
                </a:solidFill>
              </a:defRPr>
            </a:lvl8pPr>
            <a:lvl9pPr algn="l">
              <a:defRPr sz="1275" b="0">
                <a:solidFill>
                  <a:srgbClr val="54D6A2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4D6A2"/>
                </a:solidFill>
              </a:defRPr>
            </a:pPr>
            <a:r>
              <a:rPr sz="1275" b="0">
                <a:solidFill>
                  <a:srgbClr val="54D6A2"/>
                </a:solidFill>
              </a:rPr>
              <a:t>Alpha Vantage data is cached to reduce repeated requests.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F353A8-FC23-419A-B531-EB0B29AA7C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4c53396124b46"/>
          <a:stretch xmlns:a="http://schemas.openxmlformats.org/drawingml/2006/main"/>
        </p:blipFill>
        <p:spPr>
          <a:xfrm xmlns:a="http://schemas.openxmlformats.org/drawingml/2006/main">
            <a:off x="7439318" y="1381125"/>
            <a:ext cx="1980613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5100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6D6753-B920-46B2-A2BB-1214402B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58D68"/>
                </a:solidFill>
              </a:defRPr>
            </a:defPPr>
            <a:lvl1pPr algn="l">
              <a:defRPr sz="1050" b="1">
                <a:solidFill>
                  <a:srgbClr val="258D68"/>
                </a:solidFill>
              </a:defRPr>
            </a:lvl1pPr>
            <a:lvl2pPr algn="l">
              <a:defRPr sz="1050" b="1">
                <a:solidFill>
                  <a:srgbClr val="258D68"/>
                </a:solidFill>
              </a:defRPr>
            </a:lvl2pPr>
            <a:lvl3pPr algn="l">
              <a:defRPr sz="1050" b="1">
                <a:solidFill>
                  <a:srgbClr val="258D68"/>
                </a:solidFill>
              </a:defRPr>
            </a:lvl3pPr>
            <a:lvl4pPr algn="l">
              <a:defRPr sz="1050" b="1">
                <a:solidFill>
                  <a:srgbClr val="258D68"/>
                </a:solidFill>
              </a:defRPr>
            </a:lvl4pPr>
            <a:lvl5pPr algn="l">
              <a:defRPr sz="1050" b="1">
                <a:solidFill>
                  <a:srgbClr val="258D68"/>
                </a:solidFill>
              </a:defRPr>
            </a:lvl5pPr>
            <a:lvl6pPr algn="l">
              <a:defRPr sz="1050" b="1">
                <a:solidFill>
                  <a:srgbClr val="258D68"/>
                </a:solidFill>
              </a:defRPr>
            </a:lvl6pPr>
            <a:lvl7pPr algn="l">
              <a:defRPr sz="1050" b="1">
                <a:solidFill>
                  <a:srgbClr val="258D68"/>
                </a:solidFill>
              </a:defRPr>
            </a:lvl7pPr>
            <a:lvl8pPr algn="l">
              <a:defRPr sz="1050" b="1">
                <a:solidFill>
                  <a:srgbClr val="258D68"/>
                </a:solidFill>
              </a:defRPr>
            </a:lvl8pPr>
            <a:lvl9pPr algn="l">
              <a:defRPr sz="1050" b="1">
                <a:solidFill>
                  <a:srgbClr val="258D68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8D68"/>
                </a:solidFill>
              </a:defRPr>
            </a:pPr>
            <a:r>
              <a:rPr sz="1050" b="1">
                <a:solidFill>
                  <a:srgbClr val="258D68"/>
                </a:solidFill>
              </a:rPr>
              <a:t>CAPITAL SAFEGUARDS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6C1D0-BA2A-4320-B681-FF0E3819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10231F"/>
                </a:solidFill>
              </a:defRPr>
            </a:defPPr>
            <a:lvl1pPr algn="l">
              <a:defRPr sz="3150" b="1">
                <a:solidFill>
                  <a:srgbClr val="10231F"/>
                </a:solidFill>
              </a:defRPr>
            </a:lvl1pPr>
            <a:lvl2pPr algn="l">
              <a:defRPr sz="3150" b="1">
                <a:solidFill>
                  <a:srgbClr val="10231F"/>
                </a:solidFill>
              </a:defRPr>
            </a:lvl2pPr>
            <a:lvl3pPr algn="l">
              <a:defRPr sz="3150" b="1">
                <a:solidFill>
                  <a:srgbClr val="10231F"/>
                </a:solidFill>
              </a:defRPr>
            </a:lvl3pPr>
            <a:lvl4pPr algn="l">
              <a:defRPr sz="3150" b="1">
                <a:solidFill>
                  <a:srgbClr val="10231F"/>
                </a:solidFill>
              </a:defRPr>
            </a:lvl4pPr>
            <a:lvl5pPr algn="l">
              <a:defRPr sz="3150" b="1">
                <a:solidFill>
                  <a:srgbClr val="10231F"/>
                </a:solidFill>
              </a:defRPr>
            </a:lvl5pPr>
            <a:lvl6pPr algn="l">
              <a:defRPr sz="3150" b="1">
                <a:solidFill>
                  <a:srgbClr val="10231F"/>
                </a:solidFill>
              </a:defRPr>
            </a:lvl6pPr>
            <a:lvl7pPr algn="l">
              <a:defRPr sz="3150" b="1">
                <a:solidFill>
                  <a:srgbClr val="10231F"/>
                </a:solidFill>
              </a:defRPr>
            </a:lvl7pPr>
            <a:lvl8pPr algn="l">
              <a:defRPr sz="3150" b="1">
                <a:solidFill>
                  <a:srgbClr val="10231F"/>
                </a:solidFill>
              </a:defRPr>
            </a:lvl8pPr>
            <a:lvl9pPr algn="l">
              <a:defRPr sz="3150" b="1">
                <a:solidFill>
                  <a:srgbClr val="10231F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31F"/>
                </a:solidFill>
              </a:defRPr>
            </a:pPr>
            <a:r>
              <a:rPr sz="3150" b="1">
                <a:solidFill>
                  <a:srgbClr val="10231F"/>
                </a:solidFill>
              </a:rPr>
              <a:t>Capital stays split by purpose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D0CC1-100E-4963-8C00-40D76E0F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E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EEA03-4416-4049-BC7F-2826D5EC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8746D"/>
                </a:solidFill>
              </a:defRPr>
            </a:defPPr>
            <a:lvl1pPr algn="l">
              <a:defRPr sz="975" b="1">
                <a:solidFill>
                  <a:srgbClr val="68746D"/>
                </a:solidFill>
              </a:defRPr>
            </a:lvl1pPr>
            <a:lvl2pPr algn="l">
              <a:defRPr sz="975" b="1">
                <a:solidFill>
                  <a:srgbClr val="68746D"/>
                </a:solidFill>
              </a:defRPr>
            </a:lvl2pPr>
            <a:lvl3pPr algn="l">
              <a:defRPr sz="975" b="1">
                <a:solidFill>
                  <a:srgbClr val="68746D"/>
                </a:solidFill>
              </a:defRPr>
            </a:lvl3pPr>
            <a:lvl4pPr algn="l">
              <a:defRPr sz="975" b="1">
                <a:solidFill>
                  <a:srgbClr val="68746D"/>
                </a:solidFill>
              </a:defRPr>
            </a:lvl4pPr>
            <a:lvl5pPr algn="l">
              <a:defRPr sz="975" b="1">
                <a:solidFill>
                  <a:srgbClr val="68746D"/>
                </a:solidFill>
              </a:defRPr>
            </a:lvl5pPr>
            <a:lvl6pPr algn="l">
              <a:defRPr sz="975" b="1">
                <a:solidFill>
                  <a:srgbClr val="68746D"/>
                </a:solidFill>
              </a:defRPr>
            </a:lvl6pPr>
            <a:lvl7pPr algn="l">
              <a:defRPr sz="975" b="1">
                <a:solidFill>
                  <a:srgbClr val="68746D"/>
                </a:solidFill>
              </a:defRPr>
            </a:lvl7pPr>
            <a:lvl8pPr algn="l">
              <a:defRPr sz="975" b="1">
                <a:solidFill>
                  <a:srgbClr val="68746D"/>
                </a:solidFill>
              </a:defRPr>
            </a:lvl8pPr>
            <a:lvl9pPr algn="l">
              <a:defRPr sz="975" b="1">
                <a:solidFill>
                  <a:srgbClr val="68746D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8746D"/>
                </a:solidFill>
              </a:defRPr>
            </a:pPr>
            <a:r>
              <a:rPr sz="975" b="1">
                <a:solidFill>
                  <a:srgbClr val="68746D"/>
                </a:solidFill>
              </a:rPr>
              <a:t>BECHTHOLD INDUSTRIES  /  AI MARKET RESEARCH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CCF31-DB3F-47B0-BAB2-3F727B73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68746D"/>
                </a:solidFill>
              </a:defRPr>
            </a:defPPr>
            <a:lvl1pPr algn="r">
              <a:defRPr sz="1050" b="1">
                <a:solidFill>
                  <a:srgbClr val="68746D"/>
                </a:solidFill>
              </a:defRPr>
            </a:lvl1pPr>
            <a:lvl2pPr algn="r">
              <a:defRPr sz="1050" b="1">
                <a:solidFill>
                  <a:srgbClr val="68746D"/>
                </a:solidFill>
              </a:defRPr>
            </a:lvl2pPr>
            <a:lvl3pPr algn="r">
              <a:defRPr sz="1050" b="1">
                <a:solidFill>
                  <a:srgbClr val="68746D"/>
                </a:solidFill>
              </a:defRPr>
            </a:lvl3pPr>
            <a:lvl4pPr algn="r">
              <a:defRPr sz="1050" b="1">
                <a:solidFill>
                  <a:srgbClr val="68746D"/>
                </a:solidFill>
              </a:defRPr>
            </a:lvl4pPr>
            <a:lvl5pPr algn="r">
              <a:defRPr sz="1050" b="1">
                <a:solidFill>
                  <a:srgbClr val="68746D"/>
                </a:solidFill>
              </a:defRPr>
            </a:lvl5pPr>
            <a:lvl6pPr algn="r">
              <a:defRPr sz="1050" b="1">
                <a:solidFill>
                  <a:srgbClr val="68746D"/>
                </a:solidFill>
              </a:defRPr>
            </a:lvl6pPr>
            <a:lvl7pPr algn="r">
              <a:defRPr sz="1050" b="1">
                <a:solidFill>
                  <a:srgbClr val="68746D"/>
                </a:solidFill>
              </a:defRPr>
            </a:lvl7pPr>
            <a:lvl8pPr algn="r">
              <a:defRPr sz="1050" b="1">
                <a:solidFill>
                  <a:srgbClr val="68746D"/>
                </a:solidFill>
              </a:defRPr>
            </a:lvl8pPr>
            <a:lvl9pPr algn="r">
              <a:defRPr sz="1050" b="1">
                <a:solidFill>
                  <a:srgbClr val="68746D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68746D"/>
                </a:solidFill>
              </a:defRPr>
            </a:pPr>
            <a:r>
              <a:rPr sz="1050" b="1">
                <a:solidFill>
                  <a:srgbClr val="68746D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DF681-0F02-4C26-A198-D249048C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31F"/>
                </a:solidFill>
              </a:defRPr>
            </a:defPPr>
            <a:lvl1pPr algn="l">
              <a:defRPr sz="2400" b="1">
                <a:solidFill>
                  <a:srgbClr val="10231F"/>
                </a:solidFill>
              </a:defRPr>
            </a:lvl1pPr>
            <a:lvl2pPr algn="l">
              <a:defRPr sz="2400" b="1">
                <a:solidFill>
                  <a:srgbClr val="10231F"/>
                </a:solidFill>
              </a:defRPr>
            </a:lvl2pPr>
            <a:lvl3pPr algn="l">
              <a:defRPr sz="2400" b="1">
                <a:solidFill>
                  <a:srgbClr val="10231F"/>
                </a:solidFill>
              </a:defRPr>
            </a:lvl3pPr>
            <a:lvl4pPr algn="l">
              <a:defRPr sz="2400" b="1">
                <a:solidFill>
                  <a:srgbClr val="10231F"/>
                </a:solidFill>
              </a:defRPr>
            </a:lvl4pPr>
            <a:lvl5pPr algn="l">
              <a:defRPr sz="2400" b="1">
                <a:solidFill>
                  <a:srgbClr val="10231F"/>
                </a:solidFill>
              </a:defRPr>
            </a:lvl5pPr>
            <a:lvl6pPr algn="l">
              <a:defRPr sz="2400" b="1">
                <a:solidFill>
                  <a:srgbClr val="10231F"/>
                </a:solidFill>
              </a:defRPr>
            </a:lvl6pPr>
            <a:lvl7pPr algn="l">
              <a:defRPr sz="2400" b="1">
                <a:solidFill>
                  <a:srgbClr val="10231F"/>
                </a:solidFill>
              </a:defRPr>
            </a:lvl7pPr>
            <a:lvl8pPr algn="l">
              <a:defRPr sz="2400" b="1">
                <a:solidFill>
                  <a:srgbClr val="10231F"/>
                </a:solidFill>
              </a:defRPr>
            </a:lvl8pPr>
            <a:lvl9pPr algn="l">
              <a:defRPr sz="2400" b="1">
                <a:solidFill>
                  <a:srgbClr val="10231F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31F"/>
                </a:solidFill>
              </a:defRPr>
            </a:pPr>
            <a:r>
              <a:rPr sz="2400" b="1">
                <a:solidFill>
                  <a:srgbClr val="10231F"/>
                </a:solidFill>
              </a:rPr>
              <a:t>At €350 total equity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A191F-381C-451B-A4C4-6FC4F0FA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52625A"/>
                </a:solidFill>
              </a:defRPr>
            </a:defPPr>
            <a:lvl1pPr algn="l">
              <a:defRPr sz="1650" b="0">
                <a:solidFill>
                  <a:srgbClr val="52625A"/>
                </a:solidFill>
              </a:defRPr>
            </a:lvl1pPr>
            <a:lvl2pPr algn="l">
              <a:defRPr sz="1650" b="0">
                <a:solidFill>
                  <a:srgbClr val="52625A"/>
                </a:solidFill>
              </a:defRPr>
            </a:lvl2pPr>
            <a:lvl3pPr algn="l">
              <a:defRPr sz="1650" b="0">
                <a:solidFill>
                  <a:srgbClr val="52625A"/>
                </a:solidFill>
              </a:defRPr>
            </a:lvl3pPr>
            <a:lvl4pPr algn="l">
              <a:defRPr sz="1650" b="0">
                <a:solidFill>
                  <a:srgbClr val="52625A"/>
                </a:solidFill>
              </a:defRPr>
            </a:lvl4pPr>
            <a:lvl5pPr algn="l">
              <a:defRPr sz="1650" b="0">
                <a:solidFill>
                  <a:srgbClr val="52625A"/>
                </a:solidFill>
              </a:defRPr>
            </a:lvl5pPr>
            <a:lvl6pPr algn="l">
              <a:defRPr sz="1650" b="0">
                <a:solidFill>
                  <a:srgbClr val="52625A"/>
                </a:solidFill>
              </a:defRPr>
            </a:lvl6pPr>
            <a:lvl7pPr algn="l">
              <a:defRPr sz="1650" b="0">
                <a:solidFill>
                  <a:srgbClr val="52625A"/>
                </a:solidFill>
              </a:defRPr>
            </a:lvl7pPr>
            <a:lvl8pPr algn="l">
              <a:defRPr sz="1650" b="0">
                <a:solidFill>
                  <a:srgbClr val="52625A"/>
                </a:solidFill>
              </a:defRPr>
            </a:lvl8pPr>
            <a:lvl9pPr algn="l">
              <a:defRPr sz="1650" b="0">
                <a:solidFill>
                  <a:srgbClr val="52625A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25A"/>
                </a:solidFill>
              </a:defRPr>
            </a:pPr>
            <a:r>
              <a:rPr sz="1650" b="0">
                <a:solidFill>
                  <a:srgbClr val="52625A"/>
                </a:solidFill>
              </a:rPr>
              <a:t>€200 is reserved before the phase changes.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9C035-380E-4CAE-B167-26D93F36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350" b="1">
                <a:solidFill>
                  <a:srgbClr val="10231F"/>
                </a:solidFill>
              </a:defRPr>
            </a:defPPr>
            <a:lvl1pPr algn="l">
              <a:defRPr sz="4350" b="1">
                <a:solidFill>
                  <a:srgbClr val="10231F"/>
                </a:solidFill>
              </a:defRPr>
            </a:lvl1pPr>
            <a:lvl2pPr algn="l">
              <a:defRPr sz="4350" b="1">
                <a:solidFill>
                  <a:srgbClr val="10231F"/>
                </a:solidFill>
              </a:defRPr>
            </a:lvl2pPr>
            <a:lvl3pPr algn="l">
              <a:defRPr sz="4350" b="1">
                <a:solidFill>
                  <a:srgbClr val="10231F"/>
                </a:solidFill>
              </a:defRPr>
            </a:lvl3pPr>
            <a:lvl4pPr algn="l">
              <a:defRPr sz="4350" b="1">
                <a:solidFill>
                  <a:srgbClr val="10231F"/>
                </a:solidFill>
              </a:defRPr>
            </a:lvl4pPr>
            <a:lvl5pPr algn="l">
              <a:defRPr sz="4350" b="1">
                <a:solidFill>
                  <a:srgbClr val="10231F"/>
                </a:solidFill>
              </a:defRPr>
            </a:lvl5pPr>
            <a:lvl6pPr algn="l">
              <a:defRPr sz="4350" b="1">
                <a:solidFill>
                  <a:srgbClr val="10231F"/>
                </a:solidFill>
              </a:defRPr>
            </a:lvl6pPr>
            <a:lvl7pPr algn="l">
              <a:defRPr sz="4350" b="1">
                <a:solidFill>
                  <a:srgbClr val="10231F"/>
                </a:solidFill>
              </a:defRPr>
            </a:lvl7pPr>
            <a:lvl8pPr algn="l">
              <a:defRPr sz="4350" b="1">
                <a:solidFill>
                  <a:srgbClr val="10231F"/>
                </a:solidFill>
              </a:defRPr>
            </a:lvl8pPr>
            <a:lvl9pPr algn="l">
              <a:defRPr sz="4350" b="1">
                <a:solidFill>
                  <a:srgbClr val="10231F"/>
                </a:solidFill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0231F"/>
                </a:solidFill>
              </a:defRPr>
            </a:pPr>
            <a:r>
              <a:rPr sz="4350" b="1">
                <a:solidFill>
                  <a:srgbClr val="10231F"/>
                </a:solidFill>
              </a:rPr>
              <a:t>€350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31480-4DBE-4D10-A036-820D47FC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68746D"/>
                </a:solidFill>
              </a:defRPr>
            </a:defPPr>
            <a:lvl1pPr algn="l">
              <a:defRPr sz="1050" b="1">
                <a:solidFill>
                  <a:srgbClr val="68746D"/>
                </a:solidFill>
              </a:defRPr>
            </a:lvl1pPr>
            <a:lvl2pPr algn="l">
              <a:defRPr sz="1050" b="1">
                <a:solidFill>
                  <a:srgbClr val="68746D"/>
                </a:solidFill>
              </a:defRPr>
            </a:lvl2pPr>
            <a:lvl3pPr algn="l">
              <a:defRPr sz="1050" b="1">
                <a:solidFill>
                  <a:srgbClr val="68746D"/>
                </a:solidFill>
              </a:defRPr>
            </a:lvl3pPr>
            <a:lvl4pPr algn="l">
              <a:defRPr sz="1050" b="1">
                <a:solidFill>
                  <a:srgbClr val="68746D"/>
                </a:solidFill>
              </a:defRPr>
            </a:lvl4pPr>
            <a:lvl5pPr algn="l">
              <a:defRPr sz="1050" b="1">
                <a:solidFill>
                  <a:srgbClr val="68746D"/>
                </a:solidFill>
              </a:defRPr>
            </a:lvl5pPr>
            <a:lvl6pPr algn="l">
              <a:defRPr sz="1050" b="1">
                <a:solidFill>
                  <a:srgbClr val="68746D"/>
                </a:solidFill>
              </a:defRPr>
            </a:lvl6pPr>
            <a:lvl7pPr algn="l">
              <a:defRPr sz="1050" b="1">
                <a:solidFill>
                  <a:srgbClr val="68746D"/>
                </a:solidFill>
              </a:defRPr>
            </a:lvl7pPr>
            <a:lvl8pPr algn="l">
              <a:defRPr sz="1050" b="1">
                <a:solidFill>
                  <a:srgbClr val="68746D"/>
                </a:solidFill>
              </a:defRPr>
            </a:lvl8pPr>
            <a:lvl9pPr algn="l">
              <a:defRPr sz="1050" b="1">
                <a:solidFill>
                  <a:srgbClr val="68746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8746D"/>
                </a:solidFill>
              </a:defRPr>
            </a:pPr>
            <a:r>
              <a:rPr sz="1050" b="1">
                <a:solidFill>
                  <a:srgbClr val="68746D"/>
                </a:solidFill>
              </a:rPr>
              <a:t>TOTAL EQUITY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3D434-6CEE-4F21-BAC7-7EF41DCD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38500"/>
            <a:ext cx="2124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FE276-E309-46F4-8A64-56901D81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238500"/>
            <a:ext cx="28289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51CA6-766C-4A4D-B7FE-7FB77042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861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31F"/>
                </a:solidFill>
              </a:defRPr>
            </a:defPPr>
            <a:lvl1pPr algn="l">
              <a:defRPr sz="1500" b="1">
                <a:solidFill>
                  <a:srgbClr val="10231F"/>
                </a:solidFill>
              </a:defRPr>
            </a:lvl1pPr>
            <a:lvl2pPr algn="l">
              <a:defRPr sz="1500" b="1">
                <a:solidFill>
                  <a:srgbClr val="10231F"/>
                </a:solidFill>
              </a:defRPr>
            </a:lvl2pPr>
            <a:lvl3pPr algn="l">
              <a:defRPr sz="1500" b="1">
                <a:solidFill>
                  <a:srgbClr val="10231F"/>
                </a:solidFill>
              </a:defRPr>
            </a:lvl3pPr>
            <a:lvl4pPr algn="l">
              <a:defRPr sz="1500" b="1">
                <a:solidFill>
                  <a:srgbClr val="10231F"/>
                </a:solidFill>
              </a:defRPr>
            </a:lvl4pPr>
            <a:lvl5pPr algn="l">
              <a:defRPr sz="1500" b="1">
                <a:solidFill>
                  <a:srgbClr val="10231F"/>
                </a:solidFill>
              </a:defRPr>
            </a:lvl5pPr>
            <a:lvl6pPr algn="l">
              <a:defRPr sz="1500" b="1">
                <a:solidFill>
                  <a:srgbClr val="10231F"/>
                </a:solidFill>
              </a:defRPr>
            </a:lvl6pPr>
            <a:lvl7pPr algn="l">
              <a:defRPr sz="1500" b="1">
                <a:solidFill>
                  <a:srgbClr val="10231F"/>
                </a:solidFill>
              </a:defRPr>
            </a:lvl7pPr>
            <a:lvl8pPr algn="l">
              <a:defRPr sz="1500" b="1">
                <a:solidFill>
                  <a:srgbClr val="10231F"/>
                </a:solidFill>
              </a:defRPr>
            </a:lvl8pPr>
            <a:lvl9pPr algn="l">
              <a:defRPr sz="1500" b="1">
                <a:solidFill>
                  <a:srgbClr val="10231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€150  TRADING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2635F9-90CE-437F-A7B6-48E40706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86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4F1E8"/>
                </a:solidFill>
              </a:defRPr>
            </a:defPPr>
            <a:lvl1pPr algn="l">
              <a:defRPr sz="1425" b="1">
                <a:solidFill>
                  <a:srgbClr val="F4F1E8"/>
                </a:solidFill>
              </a:defRPr>
            </a:lvl1pPr>
            <a:lvl2pPr algn="l">
              <a:defRPr sz="1425" b="1">
                <a:solidFill>
                  <a:srgbClr val="F4F1E8"/>
                </a:solidFill>
              </a:defRPr>
            </a:lvl2pPr>
            <a:lvl3pPr algn="l">
              <a:defRPr sz="1425" b="1">
                <a:solidFill>
                  <a:srgbClr val="F4F1E8"/>
                </a:solidFill>
              </a:defRPr>
            </a:lvl3pPr>
            <a:lvl4pPr algn="l">
              <a:defRPr sz="1425" b="1">
                <a:solidFill>
                  <a:srgbClr val="F4F1E8"/>
                </a:solidFill>
              </a:defRPr>
            </a:lvl4pPr>
            <a:lvl5pPr algn="l">
              <a:defRPr sz="1425" b="1">
                <a:solidFill>
                  <a:srgbClr val="F4F1E8"/>
                </a:solidFill>
              </a:defRPr>
            </a:lvl5pPr>
            <a:lvl6pPr algn="l">
              <a:defRPr sz="1425" b="1">
                <a:solidFill>
                  <a:srgbClr val="F4F1E8"/>
                </a:solidFill>
              </a:defRPr>
            </a:lvl6pPr>
            <a:lvl7pPr algn="l">
              <a:defRPr sz="1425" b="1">
                <a:solidFill>
                  <a:srgbClr val="F4F1E8"/>
                </a:solidFill>
              </a:defRPr>
            </a:lvl7pPr>
            <a:lvl8pPr algn="l">
              <a:defRPr sz="1425" b="1">
                <a:solidFill>
                  <a:srgbClr val="F4F1E8"/>
                </a:solidFill>
              </a:defRPr>
            </a:lvl8pPr>
            <a:lvl9pPr algn="l">
              <a:defRPr sz="1425" b="1">
                <a:solidFill>
                  <a:srgbClr val="F4F1E8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4F1E8"/>
                </a:solidFill>
              </a:defRPr>
            </a:pPr>
            <a:r>
              <a:rPr sz="1425" b="1">
                <a:solidFill>
                  <a:srgbClr val="F4F1E8"/>
                </a:solidFill>
              </a:rPr>
              <a:t>€200  PROTECTED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35DBE1-E6B0-40AD-B125-664AAB02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289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31F"/>
                </a:solidFill>
              </a:defRPr>
            </a:defPPr>
            <a:lvl1pPr algn="l">
              <a:defRPr sz="1650" b="1">
                <a:solidFill>
                  <a:srgbClr val="10231F"/>
                </a:solidFill>
              </a:defRPr>
            </a:lvl1pPr>
            <a:lvl2pPr algn="l">
              <a:defRPr sz="1650" b="1">
                <a:solidFill>
                  <a:srgbClr val="10231F"/>
                </a:solidFill>
              </a:defRPr>
            </a:lvl2pPr>
            <a:lvl3pPr algn="l">
              <a:defRPr sz="1650" b="1">
                <a:solidFill>
                  <a:srgbClr val="10231F"/>
                </a:solidFill>
              </a:defRPr>
            </a:lvl3pPr>
            <a:lvl4pPr algn="l">
              <a:defRPr sz="1650" b="1">
                <a:solidFill>
                  <a:srgbClr val="10231F"/>
                </a:solidFill>
              </a:defRPr>
            </a:lvl4pPr>
            <a:lvl5pPr algn="l">
              <a:defRPr sz="1650" b="1">
                <a:solidFill>
                  <a:srgbClr val="10231F"/>
                </a:solidFill>
              </a:defRPr>
            </a:lvl5pPr>
            <a:lvl6pPr algn="l">
              <a:defRPr sz="1650" b="1">
                <a:solidFill>
                  <a:srgbClr val="10231F"/>
                </a:solidFill>
              </a:defRPr>
            </a:lvl6pPr>
            <a:lvl7pPr algn="l">
              <a:defRPr sz="1650" b="1">
                <a:solidFill>
                  <a:srgbClr val="10231F"/>
                </a:solidFill>
              </a:defRPr>
            </a:lvl7pPr>
            <a:lvl8pPr algn="l">
              <a:defRPr sz="1650" b="1">
                <a:solidFill>
                  <a:srgbClr val="10231F"/>
                </a:solidFill>
              </a:defRPr>
            </a:lvl8pPr>
            <a:lvl9pPr algn="l">
              <a:defRPr sz="1650" b="1">
                <a:solidFill>
                  <a:srgbClr val="10231F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Manual confirmation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7FC0E2-F5F0-4529-B1F3-0C4C2322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480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25A"/>
                </a:solidFill>
              </a:defRPr>
            </a:defPPr>
            <a:lvl1pPr algn="l">
              <a:defRPr sz="1350" b="0">
                <a:solidFill>
                  <a:srgbClr val="52625A"/>
                </a:solidFill>
              </a:defRPr>
            </a:lvl1pPr>
            <a:lvl2pPr algn="l">
              <a:defRPr sz="1350" b="0">
                <a:solidFill>
                  <a:srgbClr val="52625A"/>
                </a:solidFill>
              </a:defRPr>
            </a:lvl2pPr>
            <a:lvl3pPr algn="l">
              <a:defRPr sz="1350" b="0">
                <a:solidFill>
                  <a:srgbClr val="52625A"/>
                </a:solidFill>
              </a:defRPr>
            </a:lvl3pPr>
            <a:lvl4pPr algn="l">
              <a:defRPr sz="1350" b="0">
                <a:solidFill>
                  <a:srgbClr val="52625A"/>
                </a:solidFill>
              </a:defRPr>
            </a:lvl4pPr>
            <a:lvl5pPr algn="l">
              <a:defRPr sz="1350" b="0">
                <a:solidFill>
                  <a:srgbClr val="52625A"/>
                </a:solidFill>
              </a:defRPr>
            </a:lvl5pPr>
            <a:lvl6pPr algn="l">
              <a:defRPr sz="1350" b="0">
                <a:solidFill>
                  <a:srgbClr val="52625A"/>
                </a:solidFill>
              </a:defRPr>
            </a:lvl6pPr>
            <a:lvl7pPr algn="l">
              <a:defRPr sz="1350" b="0">
                <a:solidFill>
                  <a:srgbClr val="52625A"/>
                </a:solidFill>
              </a:defRPr>
            </a:lvl7pPr>
            <a:lvl8pPr algn="l">
              <a:defRPr sz="1350" b="0">
                <a:solidFill>
                  <a:srgbClr val="52625A"/>
                </a:solidFill>
              </a:defRPr>
            </a:lvl8pPr>
            <a:lvl9pPr algn="l">
              <a:defRPr sz="1350" b="0">
                <a:solidFill>
                  <a:srgbClr val="52625A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25A"/>
                </a:solidFill>
              </a:defRPr>
            </a:pPr>
            <a:r>
              <a:rPr sz="1350" b="0">
                <a:solidFill>
                  <a:srgbClr val="52625A"/>
                </a:solidFill>
              </a:rPr>
              <a:t>BOOTSTRAP remains pending</a:t>
            </a:r>
          </a:p>
          <a:p xmlns:a="http://schemas.openxmlformats.org/drawingml/2006/main">
            <a:pPr algn="l">
              <a:defRPr sz="1350" b="0">
                <a:solidFill>
                  <a:srgbClr val="52625A"/>
                </a:solidFill>
              </a:defRPr>
            </a:pPr>
            <a:r>
              <a:rPr sz="1350" b="0">
                <a:solidFill>
                  <a:srgbClr val="52625A"/>
                </a:solidFill>
              </a:rPr>
              <a:t>until the owner confirms.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FB941D-3C18-4726-B63B-5E382F69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005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E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7D1E25-813F-489E-9B4D-6D8EA145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0231F"/>
                </a:solidFill>
              </a:defRPr>
            </a:defPPr>
            <a:lvl1pPr algn="l">
              <a:defRPr sz="1800" b="1">
                <a:solidFill>
                  <a:srgbClr val="10231F"/>
                </a:solidFill>
              </a:defRPr>
            </a:lvl1pPr>
            <a:lvl2pPr algn="l">
              <a:defRPr sz="1800" b="1">
                <a:solidFill>
                  <a:srgbClr val="10231F"/>
                </a:solidFill>
              </a:defRPr>
            </a:lvl2pPr>
            <a:lvl3pPr algn="l">
              <a:defRPr sz="1800" b="1">
                <a:solidFill>
                  <a:srgbClr val="10231F"/>
                </a:solidFill>
              </a:defRPr>
            </a:lvl3pPr>
            <a:lvl4pPr algn="l">
              <a:defRPr sz="1800" b="1">
                <a:solidFill>
                  <a:srgbClr val="10231F"/>
                </a:solidFill>
              </a:defRPr>
            </a:lvl4pPr>
            <a:lvl5pPr algn="l">
              <a:defRPr sz="1800" b="1">
                <a:solidFill>
                  <a:srgbClr val="10231F"/>
                </a:solidFill>
              </a:defRPr>
            </a:lvl5pPr>
            <a:lvl6pPr algn="l">
              <a:defRPr sz="1800" b="1">
                <a:solidFill>
                  <a:srgbClr val="10231F"/>
                </a:solidFill>
              </a:defRPr>
            </a:lvl6pPr>
            <a:lvl7pPr algn="l">
              <a:defRPr sz="1800" b="1">
                <a:solidFill>
                  <a:srgbClr val="10231F"/>
                </a:solidFill>
              </a:defRPr>
            </a:lvl7pPr>
            <a:lvl8pPr algn="l">
              <a:defRPr sz="1800" b="1">
                <a:solidFill>
                  <a:srgbClr val="10231F"/>
                </a:solidFill>
              </a:defRPr>
            </a:lvl8pPr>
            <a:lvl9pPr algn="l">
              <a:defRPr sz="1800" b="1">
                <a:solidFill>
                  <a:srgbClr val="10231F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0231F"/>
                </a:solidFill>
              </a:defRPr>
            </a:pPr>
            <a:r>
              <a:rPr sz="1800" b="1">
                <a:solidFill>
                  <a:srgbClr val="10231F"/>
                </a:solidFill>
              </a:rPr>
              <a:t>Protected capital never enters position sizing.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81F238-3EB9-49C7-AFAB-C50E3E19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25A"/>
                </a:solidFill>
              </a:defRPr>
            </a:defPPr>
            <a:lvl1pPr algn="l">
              <a:defRPr sz="1350" b="0">
                <a:solidFill>
                  <a:srgbClr val="52625A"/>
                </a:solidFill>
              </a:defRPr>
            </a:lvl1pPr>
            <a:lvl2pPr algn="l">
              <a:defRPr sz="1350" b="0">
                <a:solidFill>
                  <a:srgbClr val="52625A"/>
                </a:solidFill>
              </a:defRPr>
            </a:lvl2pPr>
            <a:lvl3pPr algn="l">
              <a:defRPr sz="1350" b="0">
                <a:solidFill>
                  <a:srgbClr val="52625A"/>
                </a:solidFill>
              </a:defRPr>
            </a:lvl3pPr>
            <a:lvl4pPr algn="l">
              <a:defRPr sz="1350" b="0">
                <a:solidFill>
                  <a:srgbClr val="52625A"/>
                </a:solidFill>
              </a:defRPr>
            </a:lvl4pPr>
            <a:lvl5pPr algn="l">
              <a:defRPr sz="1350" b="0">
                <a:solidFill>
                  <a:srgbClr val="52625A"/>
                </a:solidFill>
              </a:defRPr>
            </a:lvl5pPr>
            <a:lvl6pPr algn="l">
              <a:defRPr sz="1350" b="0">
                <a:solidFill>
                  <a:srgbClr val="52625A"/>
                </a:solidFill>
              </a:defRPr>
            </a:lvl6pPr>
            <a:lvl7pPr algn="l">
              <a:defRPr sz="1350" b="0">
                <a:solidFill>
                  <a:srgbClr val="52625A"/>
                </a:solidFill>
              </a:defRPr>
            </a:lvl7pPr>
            <a:lvl8pPr algn="l">
              <a:defRPr sz="1350" b="0">
                <a:solidFill>
                  <a:srgbClr val="52625A"/>
                </a:solidFill>
              </a:defRPr>
            </a:lvl8pPr>
            <a:lvl9pPr algn="l">
              <a:defRPr sz="1350" b="0">
                <a:solidFill>
                  <a:srgbClr val="52625A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25A"/>
                </a:solidFill>
              </a:defRPr>
            </a:pPr>
            <a:r>
              <a:rPr sz="1350" b="0">
                <a:solidFill>
                  <a:srgbClr val="52625A"/>
                </a:solidFill>
              </a:rPr>
              <a:t>If equity falls, the protected amount is capped at available equity; trading capital cannot go negative.</a:t>
            </a:r>
          </a:p>
        </p:txBody>
      </p:sp>
    </p:spTree>
    <p:extLst>
      <p:ext uri="{BB962C8B-B14F-4D97-AF65-F5344CB8AC3E}">
        <p14:creationId xmlns:p14="http://schemas.microsoft.com/office/powerpoint/2010/main" val="4305849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7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303FFD-E60C-421D-A95C-C0485298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4D6A2"/>
                </a:solidFill>
              </a:defRPr>
            </a:defPPr>
            <a:lvl1pPr algn="l">
              <a:defRPr sz="1050" b="1">
                <a:solidFill>
                  <a:srgbClr val="54D6A2"/>
                </a:solidFill>
              </a:defRPr>
            </a:lvl1pPr>
            <a:lvl2pPr algn="l">
              <a:defRPr sz="1050" b="1">
                <a:solidFill>
                  <a:srgbClr val="54D6A2"/>
                </a:solidFill>
              </a:defRPr>
            </a:lvl2pPr>
            <a:lvl3pPr algn="l">
              <a:defRPr sz="1050" b="1">
                <a:solidFill>
                  <a:srgbClr val="54D6A2"/>
                </a:solidFill>
              </a:defRPr>
            </a:lvl3pPr>
            <a:lvl4pPr algn="l">
              <a:defRPr sz="1050" b="1">
                <a:solidFill>
                  <a:srgbClr val="54D6A2"/>
                </a:solidFill>
              </a:defRPr>
            </a:lvl4pPr>
            <a:lvl5pPr algn="l">
              <a:defRPr sz="1050" b="1">
                <a:solidFill>
                  <a:srgbClr val="54D6A2"/>
                </a:solidFill>
              </a:defRPr>
            </a:lvl5pPr>
            <a:lvl6pPr algn="l">
              <a:defRPr sz="1050" b="1">
                <a:solidFill>
                  <a:srgbClr val="54D6A2"/>
                </a:solidFill>
              </a:defRPr>
            </a:lvl6pPr>
            <a:lvl7pPr algn="l">
              <a:defRPr sz="1050" b="1">
                <a:solidFill>
                  <a:srgbClr val="54D6A2"/>
                </a:solidFill>
              </a:defRPr>
            </a:lvl7pPr>
            <a:lvl8pPr algn="l">
              <a:defRPr sz="1050" b="1">
                <a:solidFill>
                  <a:srgbClr val="54D6A2"/>
                </a:solidFill>
              </a:defRPr>
            </a:lvl8pPr>
            <a:lvl9pPr algn="l">
              <a:defRPr sz="1050" b="1">
                <a:solidFill>
                  <a:srgbClr val="54D6A2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4D6A2"/>
                </a:solidFill>
              </a:defRPr>
            </a:pPr>
            <a:r>
              <a:rPr sz="1050" b="1">
                <a:solidFill>
                  <a:srgbClr val="54D6A2"/>
                </a:solidFill>
              </a:rPr>
              <a:t>STRATEGY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6F96C-4D05-4BA8-881A-88771EE4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F4F1E8"/>
                </a:solidFill>
              </a:defRPr>
            </a:defPPr>
            <a:lvl1pPr algn="l">
              <a:defRPr sz="3150" b="1">
                <a:solidFill>
                  <a:srgbClr val="F4F1E8"/>
                </a:solidFill>
              </a:defRPr>
            </a:lvl1pPr>
            <a:lvl2pPr algn="l">
              <a:defRPr sz="3150" b="1">
                <a:solidFill>
                  <a:srgbClr val="F4F1E8"/>
                </a:solidFill>
              </a:defRPr>
            </a:lvl2pPr>
            <a:lvl3pPr algn="l">
              <a:defRPr sz="3150" b="1">
                <a:solidFill>
                  <a:srgbClr val="F4F1E8"/>
                </a:solidFill>
              </a:defRPr>
            </a:lvl3pPr>
            <a:lvl4pPr algn="l">
              <a:defRPr sz="3150" b="1">
                <a:solidFill>
                  <a:srgbClr val="F4F1E8"/>
                </a:solidFill>
              </a:defRPr>
            </a:lvl4pPr>
            <a:lvl5pPr algn="l">
              <a:defRPr sz="3150" b="1">
                <a:solidFill>
                  <a:srgbClr val="F4F1E8"/>
                </a:solidFill>
              </a:defRPr>
            </a:lvl5pPr>
            <a:lvl6pPr algn="l">
              <a:defRPr sz="3150" b="1">
                <a:solidFill>
                  <a:srgbClr val="F4F1E8"/>
                </a:solidFill>
              </a:defRPr>
            </a:lvl6pPr>
            <a:lvl7pPr algn="l">
              <a:defRPr sz="3150" b="1">
                <a:solidFill>
                  <a:srgbClr val="F4F1E8"/>
                </a:solidFill>
              </a:defRPr>
            </a:lvl7pPr>
            <a:lvl8pPr algn="l">
              <a:defRPr sz="3150" b="1">
                <a:solidFill>
                  <a:srgbClr val="F4F1E8"/>
                </a:solidFill>
              </a:defRPr>
            </a:lvl8pPr>
            <a:lvl9pPr algn="l">
              <a:defRPr sz="3150" b="1">
                <a:solidFill>
                  <a:srgbClr val="F4F1E8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4F1E8"/>
                </a:solidFill>
              </a:defRPr>
            </a:pPr>
            <a:r>
              <a:rPr sz="3150" b="1">
                <a:solidFill>
                  <a:srgbClr val="F4F1E8"/>
                </a:solidFill>
              </a:rPr>
              <a:t>Backtests show assumptions, not promises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6E6A0-7A14-42A5-AA2C-96350B44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4E4C6-33F7-4DB7-B5A7-0DAB3CD7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A9B8B0"/>
                </a:solidFill>
              </a:defRPr>
            </a:defPPr>
            <a:lvl1pPr algn="l">
              <a:defRPr sz="975" b="1">
                <a:solidFill>
                  <a:srgbClr val="A9B8B0"/>
                </a:solidFill>
              </a:defRPr>
            </a:lvl1pPr>
            <a:lvl2pPr algn="l">
              <a:defRPr sz="975" b="1">
                <a:solidFill>
                  <a:srgbClr val="A9B8B0"/>
                </a:solidFill>
              </a:defRPr>
            </a:lvl2pPr>
            <a:lvl3pPr algn="l">
              <a:defRPr sz="975" b="1">
                <a:solidFill>
                  <a:srgbClr val="A9B8B0"/>
                </a:solidFill>
              </a:defRPr>
            </a:lvl3pPr>
            <a:lvl4pPr algn="l">
              <a:defRPr sz="975" b="1">
                <a:solidFill>
                  <a:srgbClr val="A9B8B0"/>
                </a:solidFill>
              </a:defRPr>
            </a:lvl4pPr>
            <a:lvl5pPr algn="l">
              <a:defRPr sz="975" b="1">
                <a:solidFill>
                  <a:srgbClr val="A9B8B0"/>
                </a:solidFill>
              </a:defRPr>
            </a:lvl5pPr>
            <a:lvl6pPr algn="l">
              <a:defRPr sz="975" b="1">
                <a:solidFill>
                  <a:srgbClr val="A9B8B0"/>
                </a:solidFill>
              </a:defRPr>
            </a:lvl6pPr>
            <a:lvl7pPr algn="l">
              <a:defRPr sz="975" b="1">
                <a:solidFill>
                  <a:srgbClr val="A9B8B0"/>
                </a:solidFill>
              </a:defRPr>
            </a:lvl7pPr>
            <a:lvl8pPr algn="l">
              <a:defRPr sz="975" b="1">
                <a:solidFill>
                  <a:srgbClr val="A9B8B0"/>
                </a:solidFill>
              </a:defRPr>
            </a:lvl8pPr>
            <a:lvl9pPr algn="l">
              <a:defRPr sz="975" b="1">
                <a:solidFill>
                  <a:srgbClr val="A9B8B0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9B8B0"/>
                </a:solidFill>
              </a:defRPr>
            </a:pPr>
            <a:r>
              <a:rPr sz="975" b="1">
                <a:solidFill>
                  <a:srgbClr val="A9B8B0"/>
                </a:solidFill>
              </a:rPr>
              <a:t>BECHTHOLD INDUSTRIES  /  AI MARKET RESEARCH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A4537-F872-42B7-BEFD-9F4DAF6B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A9B8B0"/>
                </a:solidFill>
              </a:defRPr>
            </a:defPPr>
            <a:lvl1pPr algn="r">
              <a:defRPr sz="1050" b="1">
                <a:solidFill>
                  <a:srgbClr val="A9B8B0"/>
                </a:solidFill>
              </a:defRPr>
            </a:lvl1pPr>
            <a:lvl2pPr algn="r">
              <a:defRPr sz="1050" b="1">
                <a:solidFill>
                  <a:srgbClr val="A9B8B0"/>
                </a:solidFill>
              </a:defRPr>
            </a:lvl2pPr>
            <a:lvl3pPr algn="r">
              <a:defRPr sz="1050" b="1">
                <a:solidFill>
                  <a:srgbClr val="A9B8B0"/>
                </a:solidFill>
              </a:defRPr>
            </a:lvl3pPr>
            <a:lvl4pPr algn="r">
              <a:defRPr sz="1050" b="1">
                <a:solidFill>
                  <a:srgbClr val="A9B8B0"/>
                </a:solidFill>
              </a:defRPr>
            </a:lvl4pPr>
            <a:lvl5pPr algn="r">
              <a:defRPr sz="1050" b="1">
                <a:solidFill>
                  <a:srgbClr val="A9B8B0"/>
                </a:solidFill>
              </a:defRPr>
            </a:lvl5pPr>
            <a:lvl6pPr algn="r">
              <a:defRPr sz="1050" b="1">
                <a:solidFill>
                  <a:srgbClr val="A9B8B0"/>
                </a:solidFill>
              </a:defRPr>
            </a:lvl6pPr>
            <a:lvl7pPr algn="r">
              <a:defRPr sz="1050" b="1">
                <a:solidFill>
                  <a:srgbClr val="A9B8B0"/>
                </a:solidFill>
              </a:defRPr>
            </a:lvl7pPr>
            <a:lvl8pPr algn="r">
              <a:defRPr sz="1050" b="1">
                <a:solidFill>
                  <a:srgbClr val="A9B8B0"/>
                </a:solidFill>
              </a:defRPr>
            </a:lvl8pPr>
            <a:lvl9pPr algn="r">
              <a:defRPr sz="1050" b="1">
                <a:solidFill>
                  <a:srgbClr val="A9B8B0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A9B8B0"/>
                </a:solidFill>
              </a:defRPr>
            </a:pPr>
            <a:r>
              <a:rPr sz="1050" b="1">
                <a:solidFill>
                  <a:srgbClr val="A9B8B0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C958E-96B0-4A30-9B6A-8EA1C02E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F4F1E8"/>
                </a:solidFill>
              </a:defRPr>
            </a:defPPr>
            <a:lvl1pPr algn="l">
              <a:defRPr sz="2400" b="1">
                <a:solidFill>
                  <a:srgbClr val="F4F1E8"/>
                </a:solidFill>
              </a:defRPr>
            </a:lvl1pPr>
            <a:lvl2pPr algn="l">
              <a:defRPr sz="2400" b="1">
                <a:solidFill>
                  <a:srgbClr val="F4F1E8"/>
                </a:solidFill>
              </a:defRPr>
            </a:lvl2pPr>
            <a:lvl3pPr algn="l">
              <a:defRPr sz="2400" b="1">
                <a:solidFill>
                  <a:srgbClr val="F4F1E8"/>
                </a:solidFill>
              </a:defRPr>
            </a:lvl3pPr>
            <a:lvl4pPr algn="l">
              <a:defRPr sz="2400" b="1">
                <a:solidFill>
                  <a:srgbClr val="F4F1E8"/>
                </a:solidFill>
              </a:defRPr>
            </a:lvl4pPr>
            <a:lvl5pPr algn="l">
              <a:defRPr sz="2400" b="1">
                <a:solidFill>
                  <a:srgbClr val="F4F1E8"/>
                </a:solidFill>
              </a:defRPr>
            </a:lvl5pPr>
            <a:lvl6pPr algn="l">
              <a:defRPr sz="2400" b="1">
                <a:solidFill>
                  <a:srgbClr val="F4F1E8"/>
                </a:solidFill>
              </a:defRPr>
            </a:lvl6pPr>
            <a:lvl7pPr algn="l">
              <a:defRPr sz="2400" b="1">
                <a:solidFill>
                  <a:srgbClr val="F4F1E8"/>
                </a:solidFill>
              </a:defRPr>
            </a:lvl7pPr>
            <a:lvl8pPr algn="l">
              <a:defRPr sz="2400" b="1">
                <a:solidFill>
                  <a:srgbClr val="F4F1E8"/>
                </a:solidFill>
              </a:defRPr>
            </a:lvl8pPr>
            <a:lvl9pPr algn="l">
              <a:defRPr sz="2400" b="1">
                <a:solidFill>
                  <a:srgbClr val="F4F1E8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4F1E8"/>
                </a:solidFill>
              </a:defRPr>
            </a:pPr>
            <a:r>
              <a:rPr sz="2400" b="1">
                <a:solidFill>
                  <a:srgbClr val="F4F1E8"/>
                </a:solidFill>
              </a:rPr>
              <a:t>A repeatable SMA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D1CF4-6D06-4F03-B6CE-E7325352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4D6A2"/>
                </a:solidFill>
              </a:defRPr>
            </a:defPPr>
            <a:lvl1pPr algn="l">
              <a:defRPr sz="1125" b="1">
                <a:solidFill>
                  <a:srgbClr val="54D6A2"/>
                </a:solidFill>
              </a:defRPr>
            </a:lvl1pPr>
            <a:lvl2pPr algn="l">
              <a:defRPr sz="1125" b="1">
                <a:solidFill>
                  <a:srgbClr val="54D6A2"/>
                </a:solidFill>
              </a:defRPr>
            </a:lvl2pPr>
            <a:lvl3pPr algn="l">
              <a:defRPr sz="1125" b="1">
                <a:solidFill>
                  <a:srgbClr val="54D6A2"/>
                </a:solidFill>
              </a:defRPr>
            </a:lvl3pPr>
            <a:lvl4pPr algn="l">
              <a:defRPr sz="1125" b="1">
                <a:solidFill>
                  <a:srgbClr val="54D6A2"/>
                </a:solidFill>
              </a:defRPr>
            </a:lvl4pPr>
            <a:lvl5pPr algn="l">
              <a:defRPr sz="1125" b="1">
                <a:solidFill>
                  <a:srgbClr val="54D6A2"/>
                </a:solidFill>
              </a:defRPr>
            </a:lvl5pPr>
            <a:lvl6pPr algn="l">
              <a:defRPr sz="1125" b="1">
                <a:solidFill>
                  <a:srgbClr val="54D6A2"/>
                </a:solidFill>
              </a:defRPr>
            </a:lvl6pPr>
            <a:lvl7pPr algn="l">
              <a:defRPr sz="1125" b="1">
                <a:solidFill>
                  <a:srgbClr val="54D6A2"/>
                </a:solidFill>
              </a:defRPr>
            </a:lvl7pPr>
            <a:lvl8pPr algn="l">
              <a:defRPr sz="1125" b="1">
                <a:solidFill>
                  <a:srgbClr val="54D6A2"/>
                </a:solidFill>
              </a:defRPr>
            </a:lvl8pPr>
            <a:lvl9pPr algn="l">
              <a:defRPr sz="1125" b="1">
                <a:solidFill>
                  <a:srgbClr val="54D6A2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4D6A2"/>
                </a:solidFill>
              </a:defRPr>
            </a:pPr>
            <a:r>
              <a:rPr sz="1125" b="1">
                <a:solidFill>
                  <a:srgbClr val="54D6A2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B7917B-4DC5-4173-9A5E-FDB67ADD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4F1E8"/>
                </a:solidFill>
              </a:defRPr>
            </a:defPPr>
            <a:lvl1pPr algn="l">
              <a:defRPr sz="1350" b="1">
                <a:solidFill>
                  <a:srgbClr val="F4F1E8"/>
                </a:solidFill>
              </a:defRPr>
            </a:lvl1pPr>
            <a:lvl2pPr algn="l">
              <a:defRPr sz="1350" b="1">
                <a:solidFill>
                  <a:srgbClr val="F4F1E8"/>
                </a:solidFill>
              </a:defRPr>
            </a:lvl2pPr>
            <a:lvl3pPr algn="l">
              <a:defRPr sz="1350" b="1">
                <a:solidFill>
                  <a:srgbClr val="F4F1E8"/>
                </a:solidFill>
              </a:defRPr>
            </a:lvl3pPr>
            <a:lvl4pPr algn="l">
              <a:defRPr sz="1350" b="1">
                <a:solidFill>
                  <a:srgbClr val="F4F1E8"/>
                </a:solidFill>
              </a:defRPr>
            </a:lvl4pPr>
            <a:lvl5pPr algn="l">
              <a:defRPr sz="1350" b="1">
                <a:solidFill>
                  <a:srgbClr val="F4F1E8"/>
                </a:solidFill>
              </a:defRPr>
            </a:lvl5pPr>
            <a:lvl6pPr algn="l">
              <a:defRPr sz="1350" b="1">
                <a:solidFill>
                  <a:srgbClr val="F4F1E8"/>
                </a:solidFill>
              </a:defRPr>
            </a:lvl6pPr>
            <a:lvl7pPr algn="l">
              <a:defRPr sz="1350" b="1">
                <a:solidFill>
                  <a:srgbClr val="F4F1E8"/>
                </a:solidFill>
              </a:defRPr>
            </a:lvl7pPr>
            <a:lvl8pPr algn="l">
              <a:defRPr sz="1350" b="1">
                <a:solidFill>
                  <a:srgbClr val="F4F1E8"/>
                </a:solidFill>
              </a:defRPr>
            </a:lvl8pPr>
            <a:lvl9pPr algn="l">
              <a:defRPr sz="1350" b="1">
                <a:solidFill>
                  <a:srgbClr val="F4F1E8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F1E8"/>
                </a:solidFill>
              </a:defRPr>
            </a:pPr>
            <a:r>
              <a:rPr sz="1350" b="1">
                <a:solidFill>
                  <a:srgbClr val="F4F1E8"/>
                </a:solidFill>
              </a:rPr>
              <a:t>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99690F-281D-4A72-B5E4-86A4ABF7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9B8B0"/>
                </a:solidFill>
              </a:defRPr>
            </a:defPPr>
            <a:lvl1pPr algn="l">
              <a:defRPr sz="1350" b="0">
                <a:solidFill>
                  <a:srgbClr val="A9B8B0"/>
                </a:solidFill>
              </a:defRPr>
            </a:lvl1pPr>
            <a:lvl2pPr algn="l">
              <a:defRPr sz="1350" b="0">
                <a:solidFill>
                  <a:srgbClr val="A9B8B0"/>
                </a:solidFill>
              </a:defRPr>
            </a:lvl2pPr>
            <a:lvl3pPr algn="l">
              <a:defRPr sz="1350" b="0">
                <a:solidFill>
                  <a:srgbClr val="A9B8B0"/>
                </a:solidFill>
              </a:defRPr>
            </a:lvl3pPr>
            <a:lvl4pPr algn="l">
              <a:defRPr sz="1350" b="0">
                <a:solidFill>
                  <a:srgbClr val="A9B8B0"/>
                </a:solidFill>
              </a:defRPr>
            </a:lvl4pPr>
            <a:lvl5pPr algn="l">
              <a:defRPr sz="1350" b="0">
                <a:solidFill>
                  <a:srgbClr val="A9B8B0"/>
                </a:solidFill>
              </a:defRPr>
            </a:lvl5pPr>
            <a:lvl6pPr algn="l">
              <a:defRPr sz="1350" b="0">
                <a:solidFill>
                  <a:srgbClr val="A9B8B0"/>
                </a:solidFill>
              </a:defRPr>
            </a:lvl6pPr>
            <a:lvl7pPr algn="l">
              <a:defRPr sz="1350" b="0">
                <a:solidFill>
                  <a:srgbClr val="A9B8B0"/>
                </a:solidFill>
              </a:defRPr>
            </a:lvl7pPr>
            <a:lvl8pPr algn="l">
              <a:defRPr sz="1350" b="0">
                <a:solidFill>
                  <a:srgbClr val="A9B8B0"/>
                </a:solidFill>
              </a:defRPr>
            </a:lvl8pPr>
            <a:lvl9pPr algn="l">
              <a:defRPr sz="1350" b="0">
                <a:solidFill>
                  <a:srgbClr val="A9B8B0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0"/>
                </a:solidFill>
              </a:defRPr>
            </a:pPr>
            <a:r>
              <a:rPr sz="1350" b="0">
                <a:solidFill>
                  <a:srgbClr val="A9B8B0"/>
                </a:solidFill>
              </a:rPr>
              <a:t>Daily candles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3E6D34-7AD0-4EA7-9912-21869441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68605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98BF9-47A5-43B8-A8D3-62207563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527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4D6A2"/>
                </a:solidFill>
              </a:defRPr>
            </a:defPPr>
            <a:lvl1pPr algn="l">
              <a:defRPr sz="1125" b="1">
                <a:solidFill>
                  <a:srgbClr val="54D6A2"/>
                </a:solidFill>
              </a:defRPr>
            </a:lvl1pPr>
            <a:lvl2pPr algn="l">
              <a:defRPr sz="1125" b="1">
                <a:solidFill>
                  <a:srgbClr val="54D6A2"/>
                </a:solidFill>
              </a:defRPr>
            </a:lvl2pPr>
            <a:lvl3pPr algn="l">
              <a:defRPr sz="1125" b="1">
                <a:solidFill>
                  <a:srgbClr val="54D6A2"/>
                </a:solidFill>
              </a:defRPr>
            </a:lvl3pPr>
            <a:lvl4pPr algn="l">
              <a:defRPr sz="1125" b="1">
                <a:solidFill>
                  <a:srgbClr val="54D6A2"/>
                </a:solidFill>
              </a:defRPr>
            </a:lvl4pPr>
            <a:lvl5pPr algn="l">
              <a:defRPr sz="1125" b="1">
                <a:solidFill>
                  <a:srgbClr val="54D6A2"/>
                </a:solidFill>
              </a:defRPr>
            </a:lvl5pPr>
            <a:lvl6pPr algn="l">
              <a:defRPr sz="1125" b="1">
                <a:solidFill>
                  <a:srgbClr val="54D6A2"/>
                </a:solidFill>
              </a:defRPr>
            </a:lvl6pPr>
            <a:lvl7pPr algn="l">
              <a:defRPr sz="1125" b="1">
                <a:solidFill>
                  <a:srgbClr val="54D6A2"/>
                </a:solidFill>
              </a:defRPr>
            </a:lvl7pPr>
            <a:lvl8pPr algn="l">
              <a:defRPr sz="1125" b="1">
                <a:solidFill>
                  <a:srgbClr val="54D6A2"/>
                </a:solidFill>
              </a:defRPr>
            </a:lvl8pPr>
            <a:lvl9pPr algn="l">
              <a:defRPr sz="1125" b="1">
                <a:solidFill>
                  <a:srgbClr val="54D6A2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4D6A2"/>
                </a:solidFill>
              </a:defRPr>
            </a:pPr>
            <a:r>
              <a:rPr sz="1125" b="1">
                <a:solidFill>
                  <a:srgbClr val="54D6A2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E0CDD-4C24-42DC-8671-26470D90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146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4F1E8"/>
                </a:solidFill>
              </a:defRPr>
            </a:defPPr>
            <a:lvl1pPr algn="l">
              <a:defRPr sz="1350" b="1">
                <a:solidFill>
                  <a:srgbClr val="F4F1E8"/>
                </a:solidFill>
              </a:defRPr>
            </a:lvl1pPr>
            <a:lvl2pPr algn="l">
              <a:defRPr sz="1350" b="1">
                <a:solidFill>
                  <a:srgbClr val="F4F1E8"/>
                </a:solidFill>
              </a:defRPr>
            </a:lvl2pPr>
            <a:lvl3pPr algn="l">
              <a:defRPr sz="1350" b="1">
                <a:solidFill>
                  <a:srgbClr val="F4F1E8"/>
                </a:solidFill>
              </a:defRPr>
            </a:lvl3pPr>
            <a:lvl4pPr algn="l">
              <a:defRPr sz="1350" b="1">
                <a:solidFill>
                  <a:srgbClr val="F4F1E8"/>
                </a:solidFill>
              </a:defRPr>
            </a:lvl4pPr>
            <a:lvl5pPr algn="l">
              <a:defRPr sz="1350" b="1">
                <a:solidFill>
                  <a:srgbClr val="F4F1E8"/>
                </a:solidFill>
              </a:defRPr>
            </a:lvl5pPr>
            <a:lvl6pPr algn="l">
              <a:defRPr sz="1350" b="1">
                <a:solidFill>
                  <a:srgbClr val="F4F1E8"/>
                </a:solidFill>
              </a:defRPr>
            </a:lvl6pPr>
            <a:lvl7pPr algn="l">
              <a:defRPr sz="1350" b="1">
                <a:solidFill>
                  <a:srgbClr val="F4F1E8"/>
                </a:solidFill>
              </a:defRPr>
            </a:lvl7pPr>
            <a:lvl8pPr algn="l">
              <a:defRPr sz="1350" b="1">
                <a:solidFill>
                  <a:srgbClr val="F4F1E8"/>
                </a:solidFill>
              </a:defRPr>
            </a:lvl8pPr>
            <a:lvl9pPr algn="l">
              <a:defRPr sz="1350" b="1">
                <a:solidFill>
                  <a:srgbClr val="F4F1E8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F1E8"/>
                </a:solidFill>
              </a:defRPr>
            </a:pPr>
            <a:r>
              <a:rPr sz="1350" b="1">
                <a:solidFill>
                  <a:srgbClr val="F4F1E8"/>
                </a:solidFill>
              </a:rPr>
              <a:t>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54BD1-D422-49EF-A570-9D05B7C2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337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9B8B0"/>
                </a:solidFill>
              </a:defRPr>
            </a:defPPr>
            <a:lvl1pPr algn="l">
              <a:defRPr sz="1350" b="0">
                <a:solidFill>
                  <a:srgbClr val="A9B8B0"/>
                </a:solidFill>
              </a:defRPr>
            </a:lvl1pPr>
            <a:lvl2pPr algn="l">
              <a:defRPr sz="1350" b="0">
                <a:solidFill>
                  <a:srgbClr val="A9B8B0"/>
                </a:solidFill>
              </a:defRPr>
            </a:lvl2pPr>
            <a:lvl3pPr algn="l">
              <a:defRPr sz="1350" b="0">
                <a:solidFill>
                  <a:srgbClr val="A9B8B0"/>
                </a:solidFill>
              </a:defRPr>
            </a:lvl3pPr>
            <a:lvl4pPr algn="l">
              <a:defRPr sz="1350" b="0">
                <a:solidFill>
                  <a:srgbClr val="A9B8B0"/>
                </a:solidFill>
              </a:defRPr>
            </a:lvl4pPr>
            <a:lvl5pPr algn="l">
              <a:defRPr sz="1350" b="0">
                <a:solidFill>
                  <a:srgbClr val="A9B8B0"/>
                </a:solidFill>
              </a:defRPr>
            </a:lvl5pPr>
            <a:lvl6pPr algn="l">
              <a:defRPr sz="1350" b="0">
                <a:solidFill>
                  <a:srgbClr val="A9B8B0"/>
                </a:solidFill>
              </a:defRPr>
            </a:lvl6pPr>
            <a:lvl7pPr algn="l">
              <a:defRPr sz="1350" b="0">
                <a:solidFill>
                  <a:srgbClr val="A9B8B0"/>
                </a:solidFill>
              </a:defRPr>
            </a:lvl7pPr>
            <a:lvl8pPr algn="l">
              <a:defRPr sz="1350" b="0">
                <a:solidFill>
                  <a:srgbClr val="A9B8B0"/>
                </a:solidFill>
              </a:defRPr>
            </a:lvl8pPr>
            <a:lvl9pPr algn="l">
              <a:defRPr sz="1350" b="0">
                <a:solidFill>
                  <a:srgbClr val="A9B8B0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0"/>
                </a:solidFill>
              </a:defRPr>
            </a:pPr>
            <a:r>
              <a:rPr sz="1350" b="0">
                <a:solidFill>
                  <a:srgbClr val="A9B8B0"/>
                </a:solidFill>
              </a:rPr>
              <a:t>Fast / slow SMA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44F662-3A0D-4B67-B9BA-73D668A9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68605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65B46-3F09-499C-85F5-2AC8BB7D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527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4D6A2"/>
                </a:solidFill>
              </a:defRPr>
            </a:defPPr>
            <a:lvl1pPr algn="l">
              <a:defRPr sz="1125" b="1">
                <a:solidFill>
                  <a:srgbClr val="54D6A2"/>
                </a:solidFill>
              </a:defRPr>
            </a:lvl1pPr>
            <a:lvl2pPr algn="l">
              <a:defRPr sz="1125" b="1">
                <a:solidFill>
                  <a:srgbClr val="54D6A2"/>
                </a:solidFill>
              </a:defRPr>
            </a:lvl2pPr>
            <a:lvl3pPr algn="l">
              <a:defRPr sz="1125" b="1">
                <a:solidFill>
                  <a:srgbClr val="54D6A2"/>
                </a:solidFill>
              </a:defRPr>
            </a:lvl3pPr>
            <a:lvl4pPr algn="l">
              <a:defRPr sz="1125" b="1">
                <a:solidFill>
                  <a:srgbClr val="54D6A2"/>
                </a:solidFill>
              </a:defRPr>
            </a:lvl4pPr>
            <a:lvl5pPr algn="l">
              <a:defRPr sz="1125" b="1">
                <a:solidFill>
                  <a:srgbClr val="54D6A2"/>
                </a:solidFill>
              </a:defRPr>
            </a:lvl5pPr>
            <a:lvl6pPr algn="l">
              <a:defRPr sz="1125" b="1">
                <a:solidFill>
                  <a:srgbClr val="54D6A2"/>
                </a:solidFill>
              </a:defRPr>
            </a:lvl6pPr>
            <a:lvl7pPr algn="l">
              <a:defRPr sz="1125" b="1">
                <a:solidFill>
                  <a:srgbClr val="54D6A2"/>
                </a:solidFill>
              </a:defRPr>
            </a:lvl7pPr>
            <a:lvl8pPr algn="l">
              <a:defRPr sz="1125" b="1">
                <a:solidFill>
                  <a:srgbClr val="54D6A2"/>
                </a:solidFill>
              </a:defRPr>
            </a:lvl8pPr>
            <a:lvl9pPr algn="l">
              <a:defRPr sz="1125" b="1">
                <a:solidFill>
                  <a:srgbClr val="54D6A2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4D6A2"/>
                </a:solidFill>
              </a:defRPr>
            </a:pPr>
            <a:r>
              <a:rPr sz="1125" b="1">
                <a:solidFill>
                  <a:srgbClr val="54D6A2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9372BA-B7E7-46DC-B86D-C3D1861E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146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4F1E8"/>
                </a:solidFill>
              </a:defRPr>
            </a:defPPr>
            <a:lvl1pPr algn="l">
              <a:defRPr sz="1350" b="1">
                <a:solidFill>
                  <a:srgbClr val="F4F1E8"/>
                </a:solidFill>
              </a:defRPr>
            </a:lvl1pPr>
            <a:lvl2pPr algn="l">
              <a:defRPr sz="1350" b="1">
                <a:solidFill>
                  <a:srgbClr val="F4F1E8"/>
                </a:solidFill>
              </a:defRPr>
            </a:lvl2pPr>
            <a:lvl3pPr algn="l">
              <a:defRPr sz="1350" b="1">
                <a:solidFill>
                  <a:srgbClr val="F4F1E8"/>
                </a:solidFill>
              </a:defRPr>
            </a:lvl3pPr>
            <a:lvl4pPr algn="l">
              <a:defRPr sz="1350" b="1">
                <a:solidFill>
                  <a:srgbClr val="F4F1E8"/>
                </a:solidFill>
              </a:defRPr>
            </a:lvl4pPr>
            <a:lvl5pPr algn="l">
              <a:defRPr sz="1350" b="1">
                <a:solidFill>
                  <a:srgbClr val="F4F1E8"/>
                </a:solidFill>
              </a:defRPr>
            </a:lvl5pPr>
            <a:lvl6pPr algn="l">
              <a:defRPr sz="1350" b="1">
                <a:solidFill>
                  <a:srgbClr val="F4F1E8"/>
                </a:solidFill>
              </a:defRPr>
            </a:lvl6pPr>
            <a:lvl7pPr algn="l">
              <a:defRPr sz="1350" b="1">
                <a:solidFill>
                  <a:srgbClr val="F4F1E8"/>
                </a:solidFill>
              </a:defRPr>
            </a:lvl7pPr>
            <a:lvl8pPr algn="l">
              <a:defRPr sz="1350" b="1">
                <a:solidFill>
                  <a:srgbClr val="F4F1E8"/>
                </a:solidFill>
              </a:defRPr>
            </a:lvl8pPr>
            <a:lvl9pPr algn="l">
              <a:defRPr sz="1350" b="1">
                <a:solidFill>
                  <a:srgbClr val="F4F1E8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F1E8"/>
                </a:solidFill>
              </a:defRPr>
            </a:pPr>
            <a:r>
              <a:rPr sz="1350" b="1">
                <a:solidFill>
                  <a:srgbClr val="F4F1E8"/>
                </a:solidFill>
              </a:rPr>
              <a:t>EXECUTION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FE70B5-CE4F-4F6C-B6AA-D6DAF523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337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9B8B0"/>
                </a:solidFill>
              </a:defRPr>
            </a:defPPr>
            <a:lvl1pPr algn="l">
              <a:defRPr sz="1350" b="0">
                <a:solidFill>
                  <a:srgbClr val="A9B8B0"/>
                </a:solidFill>
              </a:defRPr>
            </a:lvl1pPr>
            <a:lvl2pPr algn="l">
              <a:defRPr sz="1350" b="0">
                <a:solidFill>
                  <a:srgbClr val="A9B8B0"/>
                </a:solidFill>
              </a:defRPr>
            </a:lvl2pPr>
            <a:lvl3pPr algn="l">
              <a:defRPr sz="1350" b="0">
                <a:solidFill>
                  <a:srgbClr val="A9B8B0"/>
                </a:solidFill>
              </a:defRPr>
            </a:lvl3pPr>
            <a:lvl4pPr algn="l">
              <a:defRPr sz="1350" b="0">
                <a:solidFill>
                  <a:srgbClr val="A9B8B0"/>
                </a:solidFill>
              </a:defRPr>
            </a:lvl4pPr>
            <a:lvl5pPr algn="l">
              <a:defRPr sz="1350" b="0">
                <a:solidFill>
                  <a:srgbClr val="A9B8B0"/>
                </a:solidFill>
              </a:defRPr>
            </a:lvl5pPr>
            <a:lvl6pPr algn="l">
              <a:defRPr sz="1350" b="0">
                <a:solidFill>
                  <a:srgbClr val="A9B8B0"/>
                </a:solidFill>
              </a:defRPr>
            </a:lvl6pPr>
            <a:lvl7pPr algn="l">
              <a:defRPr sz="1350" b="0">
                <a:solidFill>
                  <a:srgbClr val="A9B8B0"/>
                </a:solidFill>
              </a:defRPr>
            </a:lvl7pPr>
            <a:lvl8pPr algn="l">
              <a:defRPr sz="1350" b="0">
                <a:solidFill>
                  <a:srgbClr val="A9B8B0"/>
                </a:solidFill>
              </a:defRPr>
            </a:lvl8pPr>
            <a:lvl9pPr algn="l">
              <a:defRPr sz="1350" b="0">
                <a:solidFill>
                  <a:srgbClr val="A9B8B0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0"/>
                </a:solidFill>
              </a:defRPr>
            </a:pPr>
            <a:r>
              <a:rPr sz="1350" b="0">
                <a:solidFill>
                  <a:srgbClr val="A9B8B0"/>
                </a:solidFill>
              </a:rPr>
              <a:t>Next day open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6A82EA-7579-47C3-A4B6-C107509B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B4C3E3-1B1D-47B2-AA86-C1AEDFB2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527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4D6A2"/>
                </a:solidFill>
              </a:defRPr>
            </a:defPPr>
            <a:lvl1pPr algn="l">
              <a:defRPr sz="1125" b="1">
                <a:solidFill>
                  <a:srgbClr val="54D6A2"/>
                </a:solidFill>
              </a:defRPr>
            </a:lvl1pPr>
            <a:lvl2pPr algn="l">
              <a:defRPr sz="1125" b="1">
                <a:solidFill>
                  <a:srgbClr val="54D6A2"/>
                </a:solidFill>
              </a:defRPr>
            </a:lvl2pPr>
            <a:lvl3pPr algn="l">
              <a:defRPr sz="1125" b="1">
                <a:solidFill>
                  <a:srgbClr val="54D6A2"/>
                </a:solidFill>
              </a:defRPr>
            </a:lvl3pPr>
            <a:lvl4pPr algn="l">
              <a:defRPr sz="1125" b="1">
                <a:solidFill>
                  <a:srgbClr val="54D6A2"/>
                </a:solidFill>
              </a:defRPr>
            </a:lvl4pPr>
            <a:lvl5pPr algn="l">
              <a:defRPr sz="1125" b="1">
                <a:solidFill>
                  <a:srgbClr val="54D6A2"/>
                </a:solidFill>
              </a:defRPr>
            </a:lvl5pPr>
            <a:lvl6pPr algn="l">
              <a:defRPr sz="1125" b="1">
                <a:solidFill>
                  <a:srgbClr val="54D6A2"/>
                </a:solidFill>
              </a:defRPr>
            </a:lvl6pPr>
            <a:lvl7pPr algn="l">
              <a:defRPr sz="1125" b="1">
                <a:solidFill>
                  <a:srgbClr val="54D6A2"/>
                </a:solidFill>
              </a:defRPr>
            </a:lvl7pPr>
            <a:lvl8pPr algn="l">
              <a:defRPr sz="1125" b="1">
                <a:solidFill>
                  <a:srgbClr val="54D6A2"/>
                </a:solidFill>
              </a:defRPr>
            </a:lvl8pPr>
            <a:lvl9pPr algn="l">
              <a:defRPr sz="1125" b="1">
                <a:solidFill>
                  <a:srgbClr val="54D6A2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4D6A2"/>
                </a:solidFill>
              </a:defRPr>
            </a:pPr>
            <a:r>
              <a:rPr sz="1125" b="1">
                <a:solidFill>
                  <a:srgbClr val="54D6A2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2F33EE-D786-4C87-B5FA-1207211F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146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4F1E8"/>
                </a:solidFill>
              </a:defRPr>
            </a:defPPr>
            <a:lvl1pPr algn="l">
              <a:defRPr sz="1350" b="1">
                <a:solidFill>
                  <a:srgbClr val="F4F1E8"/>
                </a:solidFill>
              </a:defRPr>
            </a:lvl1pPr>
            <a:lvl2pPr algn="l">
              <a:defRPr sz="1350" b="1">
                <a:solidFill>
                  <a:srgbClr val="F4F1E8"/>
                </a:solidFill>
              </a:defRPr>
            </a:lvl2pPr>
            <a:lvl3pPr algn="l">
              <a:defRPr sz="1350" b="1">
                <a:solidFill>
                  <a:srgbClr val="F4F1E8"/>
                </a:solidFill>
              </a:defRPr>
            </a:lvl3pPr>
            <a:lvl4pPr algn="l">
              <a:defRPr sz="1350" b="1">
                <a:solidFill>
                  <a:srgbClr val="F4F1E8"/>
                </a:solidFill>
              </a:defRPr>
            </a:lvl4pPr>
            <a:lvl5pPr algn="l">
              <a:defRPr sz="1350" b="1">
                <a:solidFill>
                  <a:srgbClr val="F4F1E8"/>
                </a:solidFill>
              </a:defRPr>
            </a:lvl5pPr>
            <a:lvl6pPr algn="l">
              <a:defRPr sz="1350" b="1">
                <a:solidFill>
                  <a:srgbClr val="F4F1E8"/>
                </a:solidFill>
              </a:defRPr>
            </a:lvl6pPr>
            <a:lvl7pPr algn="l">
              <a:defRPr sz="1350" b="1">
                <a:solidFill>
                  <a:srgbClr val="F4F1E8"/>
                </a:solidFill>
              </a:defRPr>
            </a:lvl7pPr>
            <a:lvl8pPr algn="l">
              <a:defRPr sz="1350" b="1">
                <a:solidFill>
                  <a:srgbClr val="F4F1E8"/>
                </a:solidFill>
              </a:defRPr>
            </a:lvl8pPr>
            <a:lvl9pPr algn="l">
              <a:defRPr sz="1350" b="1">
                <a:solidFill>
                  <a:srgbClr val="F4F1E8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F1E8"/>
                </a:solidFill>
              </a:defRPr>
            </a:pPr>
            <a:r>
              <a:rPr sz="1350" b="1">
                <a:solidFill>
                  <a:srgbClr val="F4F1E8"/>
                </a:solidFill>
              </a:rPr>
              <a:t>COSTS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493BCF-6168-487E-8581-2758B952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9B8B0"/>
                </a:solidFill>
              </a:defRPr>
            </a:defPPr>
            <a:lvl1pPr algn="l">
              <a:defRPr sz="1350" b="0">
                <a:solidFill>
                  <a:srgbClr val="A9B8B0"/>
                </a:solidFill>
              </a:defRPr>
            </a:lvl1pPr>
            <a:lvl2pPr algn="l">
              <a:defRPr sz="1350" b="0">
                <a:solidFill>
                  <a:srgbClr val="A9B8B0"/>
                </a:solidFill>
              </a:defRPr>
            </a:lvl2pPr>
            <a:lvl3pPr algn="l">
              <a:defRPr sz="1350" b="0">
                <a:solidFill>
                  <a:srgbClr val="A9B8B0"/>
                </a:solidFill>
              </a:defRPr>
            </a:lvl3pPr>
            <a:lvl4pPr algn="l">
              <a:defRPr sz="1350" b="0">
                <a:solidFill>
                  <a:srgbClr val="A9B8B0"/>
                </a:solidFill>
              </a:defRPr>
            </a:lvl4pPr>
            <a:lvl5pPr algn="l">
              <a:defRPr sz="1350" b="0">
                <a:solidFill>
                  <a:srgbClr val="A9B8B0"/>
                </a:solidFill>
              </a:defRPr>
            </a:lvl5pPr>
            <a:lvl6pPr algn="l">
              <a:defRPr sz="1350" b="0">
                <a:solidFill>
                  <a:srgbClr val="A9B8B0"/>
                </a:solidFill>
              </a:defRPr>
            </a:lvl6pPr>
            <a:lvl7pPr algn="l">
              <a:defRPr sz="1350" b="0">
                <a:solidFill>
                  <a:srgbClr val="A9B8B0"/>
                </a:solidFill>
              </a:defRPr>
            </a:lvl7pPr>
            <a:lvl8pPr algn="l">
              <a:defRPr sz="1350" b="0">
                <a:solidFill>
                  <a:srgbClr val="A9B8B0"/>
                </a:solidFill>
              </a:defRPr>
            </a:lvl8pPr>
            <a:lvl9pPr algn="l">
              <a:defRPr sz="1350" b="0">
                <a:solidFill>
                  <a:srgbClr val="A9B8B0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0"/>
                </a:solidFill>
              </a:defRPr>
            </a:pPr>
            <a:r>
              <a:rPr sz="1350" b="0">
                <a:solidFill>
                  <a:srgbClr val="A9B8B0"/>
                </a:solidFill>
              </a:rPr>
              <a:t>0.1% per side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14D20D-A944-4443-B278-CCBBEC96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E3DB29-A864-4EE3-AFD5-71EC6F19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527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4D6A2"/>
                </a:solidFill>
              </a:defRPr>
            </a:defPPr>
            <a:lvl1pPr algn="l">
              <a:defRPr sz="1125" b="1">
                <a:solidFill>
                  <a:srgbClr val="54D6A2"/>
                </a:solidFill>
              </a:defRPr>
            </a:lvl1pPr>
            <a:lvl2pPr algn="l">
              <a:defRPr sz="1125" b="1">
                <a:solidFill>
                  <a:srgbClr val="54D6A2"/>
                </a:solidFill>
              </a:defRPr>
            </a:lvl2pPr>
            <a:lvl3pPr algn="l">
              <a:defRPr sz="1125" b="1">
                <a:solidFill>
                  <a:srgbClr val="54D6A2"/>
                </a:solidFill>
              </a:defRPr>
            </a:lvl3pPr>
            <a:lvl4pPr algn="l">
              <a:defRPr sz="1125" b="1">
                <a:solidFill>
                  <a:srgbClr val="54D6A2"/>
                </a:solidFill>
              </a:defRPr>
            </a:lvl4pPr>
            <a:lvl5pPr algn="l">
              <a:defRPr sz="1125" b="1">
                <a:solidFill>
                  <a:srgbClr val="54D6A2"/>
                </a:solidFill>
              </a:defRPr>
            </a:lvl5pPr>
            <a:lvl6pPr algn="l">
              <a:defRPr sz="1125" b="1">
                <a:solidFill>
                  <a:srgbClr val="54D6A2"/>
                </a:solidFill>
              </a:defRPr>
            </a:lvl6pPr>
            <a:lvl7pPr algn="l">
              <a:defRPr sz="1125" b="1">
                <a:solidFill>
                  <a:srgbClr val="54D6A2"/>
                </a:solidFill>
              </a:defRPr>
            </a:lvl7pPr>
            <a:lvl8pPr algn="l">
              <a:defRPr sz="1125" b="1">
                <a:solidFill>
                  <a:srgbClr val="54D6A2"/>
                </a:solidFill>
              </a:defRPr>
            </a:lvl8pPr>
            <a:lvl9pPr algn="l">
              <a:defRPr sz="1125" b="1">
                <a:solidFill>
                  <a:srgbClr val="54D6A2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4D6A2"/>
                </a:solidFill>
              </a:defRPr>
            </a:pPr>
            <a:r>
              <a:rPr sz="1125" b="1">
                <a:solidFill>
                  <a:srgbClr val="54D6A2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F27B3E-E53D-4B20-A0E9-FEC0F132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146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4F1E8"/>
                </a:solidFill>
              </a:defRPr>
            </a:defPPr>
            <a:lvl1pPr algn="l">
              <a:defRPr sz="1350" b="1">
                <a:solidFill>
                  <a:srgbClr val="F4F1E8"/>
                </a:solidFill>
              </a:defRPr>
            </a:lvl1pPr>
            <a:lvl2pPr algn="l">
              <a:defRPr sz="1350" b="1">
                <a:solidFill>
                  <a:srgbClr val="F4F1E8"/>
                </a:solidFill>
              </a:defRPr>
            </a:lvl2pPr>
            <a:lvl3pPr algn="l">
              <a:defRPr sz="1350" b="1">
                <a:solidFill>
                  <a:srgbClr val="F4F1E8"/>
                </a:solidFill>
              </a:defRPr>
            </a:lvl3pPr>
            <a:lvl4pPr algn="l">
              <a:defRPr sz="1350" b="1">
                <a:solidFill>
                  <a:srgbClr val="F4F1E8"/>
                </a:solidFill>
              </a:defRPr>
            </a:lvl4pPr>
            <a:lvl5pPr algn="l">
              <a:defRPr sz="1350" b="1">
                <a:solidFill>
                  <a:srgbClr val="F4F1E8"/>
                </a:solidFill>
              </a:defRPr>
            </a:lvl5pPr>
            <a:lvl6pPr algn="l">
              <a:defRPr sz="1350" b="1">
                <a:solidFill>
                  <a:srgbClr val="F4F1E8"/>
                </a:solidFill>
              </a:defRPr>
            </a:lvl6pPr>
            <a:lvl7pPr algn="l">
              <a:defRPr sz="1350" b="1">
                <a:solidFill>
                  <a:srgbClr val="F4F1E8"/>
                </a:solidFill>
              </a:defRPr>
            </a:lvl7pPr>
            <a:lvl8pPr algn="l">
              <a:defRPr sz="1350" b="1">
                <a:solidFill>
                  <a:srgbClr val="F4F1E8"/>
                </a:solidFill>
              </a:defRPr>
            </a:lvl8pPr>
            <a:lvl9pPr algn="l">
              <a:defRPr sz="1350" b="1">
                <a:solidFill>
                  <a:srgbClr val="F4F1E8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F1E8"/>
                </a:solidFill>
              </a:defRPr>
            </a:pPr>
            <a:r>
              <a:rPr sz="1350" b="1">
                <a:solidFill>
                  <a:srgbClr val="F4F1E8"/>
                </a:solidFill>
              </a:rPr>
              <a:t>HOLDOUT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518618-B0F4-42D8-86AB-84FE2E26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337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9B8B0"/>
                </a:solidFill>
              </a:defRPr>
            </a:defPPr>
            <a:lvl1pPr algn="l">
              <a:defRPr sz="1350" b="0">
                <a:solidFill>
                  <a:srgbClr val="A9B8B0"/>
                </a:solidFill>
              </a:defRPr>
            </a:lvl1pPr>
            <a:lvl2pPr algn="l">
              <a:defRPr sz="1350" b="0">
                <a:solidFill>
                  <a:srgbClr val="A9B8B0"/>
                </a:solidFill>
              </a:defRPr>
            </a:lvl2pPr>
            <a:lvl3pPr algn="l">
              <a:defRPr sz="1350" b="0">
                <a:solidFill>
                  <a:srgbClr val="A9B8B0"/>
                </a:solidFill>
              </a:defRPr>
            </a:lvl3pPr>
            <a:lvl4pPr algn="l">
              <a:defRPr sz="1350" b="0">
                <a:solidFill>
                  <a:srgbClr val="A9B8B0"/>
                </a:solidFill>
              </a:defRPr>
            </a:lvl4pPr>
            <a:lvl5pPr algn="l">
              <a:defRPr sz="1350" b="0">
                <a:solidFill>
                  <a:srgbClr val="A9B8B0"/>
                </a:solidFill>
              </a:defRPr>
            </a:lvl5pPr>
            <a:lvl6pPr algn="l">
              <a:defRPr sz="1350" b="0">
                <a:solidFill>
                  <a:srgbClr val="A9B8B0"/>
                </a:solidFill>
              </a:defRPr>
            </a:lvl6pPr>
            <a:lvl7pPr algn="l">
              <a:defRPr sz="1350" b="0">
                <a:solidFill>
                  <a:srgbClr val="A9B8B0"/>
                </a:solidFill>
              </a:defRPr>
            </a:lvl7pPr>
            <a:lvl8pPr algn="l">
              <a:defRPr sz="1350" b="0">
                <a:solidFill>
                  <a:srgbClr val="A9B8B0"/>
                </a:solidFill>
              </a:defRPr>
            </a:lvl8pPr>
            <a:lvl9pPr algn="l">
              <a:defRPr sz="1350" b="0">
                <a:solidFill>
                  <a:srgbClr val="A9B8B0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0"/>
                </a:solidFill>
              </a:defRPr>
            </a:pPr>
            <a:r>
              <a:rPr sz="1350" b="0">
                <a:solidFill>
                  <a:srgbClr val="A9B8B0"/>
                </a:solidFill>
              </a:rPr>
              <a:t>Later unseen segment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762EF3-C6AD-4D7E-B62D-7A04CDC2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7565CB-B3DF-4358-9CF0-F7635E7F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C8F36A"/>
                </a:solidFill>
              </a:defRPr>
            </a:defPPr>
            <a:lvl1pPr algn="l">
              <a:defRPr sz="1350" b="1">
                <a:solidFill>
                  <a:srgbClr val="C8F36A"/>
                </a:solidFill>
              </a:defRPr>
            </a:lvl1pPr>
            <a:lvl2pPr algn="l">
              <a:defRPr sz="1350" b="1">
                <a:solidFill>
                  <a:srgbClr val="C8F36A"/>
                </a:solidFill>
              </a:defRPr>
            </a:lvl2pPr>
            <a:lvl3pPr algn="l">
              <a:defRPr sz="1350" b="1">
                <a:solidFill>
                  <a:srgbClr val="C8F36A"/>
                </a:solidFill>
              </a:defRPr>
            </a:lvl3pPr>
            <a:lvl4pPr algn="l">
              <a:defRPr sz="1350" b="1">
                <a:solidFill>
                  <a:srgbClr val="C8F36A"/>
                </a:solidFill>
              </a:defRPr>
            </a:lvl4pPr>
            <a:lvl5pPr algn="l">
              <a:defRPr sz="1350" b="1">
                <a:solidFill>
                  <a:srgbClr val="C8F36A"/>
                </a:solidFill>
              </a:defRPr>
            </a:lvl5pPr>
            <a:lvl6pPr algn="l">
              <a:defRPr sz="1350" b="1">
                <a:solidFill>
                  <a:srgbClr val="C8F36A"/>
                </a:solidFill>
              </a:defRPr>
            </a:lvl6pPr>
            <a:lvl7pPr algn="l">
              <a:defRPr sz="1350" b="1">
                <a:solidFill>
                  <a:srgbClr val="C8F36A"/>
                </a:solidFill>
              </a:defRPr>
            </a:lvl7pPr>
            <a:lvl8pPr algn="l">
              <a:defRPr sz="1350" b="1">
                <a:solidFill>
                  <a:srgbClr val="C8F36A"/>
                </a:solidFill>
              </a:defRPr>
            </a:lvl8pPr>
            <a:lvl9pPr algn="l">
              <a:defRPr sz="1350" b="1">
                <a:solidFill>
                  <a:srgbClr val="C8F36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C8F36A"/>
                </a:solidFill>
              </a:defRPr>
            </a:pPr>
            <a:r>
              <a:rPr sz="1350" b="1">
                <a:solidFill>
                  <a:srgbClr val="C8F36A"/>
                </a:solidFill>
              </a:rPr>
              <a:t>Readouts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2D1750-F6FE-4378-8187-FDC86824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4F1E8"/>
                </a:solidFill>
              </a:defRPr>
            </a:defPPr>
            <a:lvl1pPr algn="l">
              <a:defRPr sz="1575" b="0">
                <a:solidFill>
                  <a:srgbClr val="F4F1E8"/>
                </a:solidFill>
              </a:defRPr>
            </a:lvl1pPr>
            <a:lvl2pPr algn="l">
              <a:defRPr sz="1575" b="0">
                <a:solidFill>
                  <a:srgbClr val="F4F1E8"/>
                </a:solidFill>
              </a:defRPr>
            </a:lvl2pPr>
            <a:lvl3pPr algn="l">
              <a:defRPr sz="1575" b="0">
                <a:solidFill>
                  <a:srgbClr val="F4F1E8"/>
                </a:solidFill>
              </a:defRPr>
            </a:lvl3pPr>
            <a:lvl4pPr algn="l">
              <a:defRPr sz="1575" b="0">
                <a:solidFill>
                  <a:srgbClr val="F4F1E8"/>
                </a:solidFill>
              </a:defRPr>
            </a:lvl4pPr>
            <a:lvl5pPr algn="l">
              <a:defRPr sz="1575" b="0">
                <a:solidFill>
                  <a:srgbClr val="F4F1E8"/>
                </a:solidFill>
              </a:defRPr>
            </a:lvl5pPr>
            <a:lvl6pPr algn="l">
              <a:defRPr sz="1575" b="0">
                <a:solidFill>
                  <a:srgbClr val="F4F1E8"/>
                </a:solidFill>
              </a:defRPr>
            </a:lvl6pPr>
            <a:lvl7pPr algn="l">
              <a:defRPr sz="1575" b="0">
                <a:solidFill>
                  <a:srgbClr val="F4F1E8"/>
                </a:solidFill>
              </a:defRPr>
            </a:lvl7pPr>
            <a:lvl8pPr algn="l">
              <a:defRPr sz="1575" b="0">
                <a:solidFill>
                  <a:srgbClr val="F4F1E8"/>
                </a:solidFill>
              </a:defRPr>
            </a:lvl8pPr>
            <a:lvl9pPr algn="l">
              <a:defRPr sz="1575" b="0">
                <a:solidFill>
                  <a:srgbClr val="F4F1E8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F1E8"/>
                </a:solidFill>
              </a:defRPr>
            </a:pPr>
            <a:r>
              <a:rPr sz="1575" b="0">
                <a:solidFill>
                  <a:srgbClr val="F4F1E8"/>
                </a:solidFill>
              </a:rPr>
              <a:t>Equity curve  ·  drawdown  ·  win rate  ·  annualized return and volatility  ·  Sharpe ratio  ·  buy-and-hold comparison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40E647-162D-4CAE-846F-2973D0F1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54D6A2"/>
                </a:solidFill>
              </a:defRPr>
            </a:defPPr>
            <a:lvl1pPr algn="l">
              <a:defRPr sz="1275" b="1">
                <a:solidFill>
                  <a:srgbClr val="54D6A2"/>
                </a:solidFill>
              </a:defRPr>
            </a:lvl1pPr>
            <a:lvl2pPr algn="l">
              <a:defRPr sz="1275" b="1">
                <a:solidFill>
                  <a:srgbClr val="54D6A2"/>
                </a:solidFill>
              </a:defRPr>
            </a:lvl2pPr>
            <a:lvl3pPr algn="l">
              <a:defRPr sz="1275" b="1">
                <a:solidFill>
                  <a:srgbClr val="54D6A2"/>
                </a:solidFill>
              </a:defRPr>
            </a:lvl3pPr>
            <a:lvl4pPr algn="l">
              <a:defRPr sz="1275" b="1">
                <a:solidFill>
                  <a:srgbClr val="54D6A2"/>
                </a:solidFill>
              </a:defRPr>
            </a:lvl4pPr>
            <a:lvl5pPr algn="l">
              <a:defRPr sz="1275" b="1">
                <a:solidFill>
                  <a:srgbClr val="54D6A2"/>
                </a:solidFill>
              </a:defRPr>
            </a:lvl5pPr>
            <a:lvl6pPr algn="l">
              <a:defRPr sz="1275" b="1">
                <a:solidFill>
                  <a:srgbClr val="54D6A2"/>
                </a:solidFill>
              </a:defRPr>
            </a:lvl6pPr>
            <a:lvl7pPr algn="l">
              <a:defRPr sz="1275" b="1">
                <a:solidFill>
                  <a:srgbClr val="54D6A2"/>
                </a:solidFill>
              </a:defRPr>
            </a:lvl7pPr>
            <a:lvl8pPr algn="l">
              <a:defRPr sz="1275" b="1">
                <a:solidFill>
                  <a:srgbClr val="54D6A2"/>
                </a:solidFill>
              </a:defRPr>
            </a:lvl8pPr>
            <a:lvl9pPr algn="l">
              <a:defRPr sz="1275" b="1">
                <a:solidFill>
                  <a:srgbClr val="54D6A2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54D6A2"/>
                </a:solidFill>
              </a:defRPr>
            </a:pPr>
            <a:r>
              <a:rPr sz="1275" b="1">
                <a:solidFill>
                  <a:srgbClr val="54D6A2"/>
                </a:solidFill>
              </a:rPr>
              <a:t>Analysis only: results do not change account capital or submit orders.</a:t>
            </a:r>
          </a:p>
        </p:txBody>
      </p:sp>
    </p:spTree>
    <p:extLst>
      <p:ext uri="{BB962C8B-B14F-4D97-AF65-F5344CB8AC3E}">
        <p14:creationId xmlns:p14="http://schemas.microsoft.com/office/powerpoint/2010/main" val="4489383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B45484-C07D-459A-BD91-D967F8A4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58D68"/>
                </a:solidFill>
              </a:defRPr>
            </a:defPPr>
            <a:lvl1pPr algn="l">
              <a:defRPr sz="1050" b="1">
                <a:solidFill>
                  <a:srgbClr val="258D68"/>
                </a:solidFill>
              </a:defRPr>
            </a:lvl1pPr>
            <a:lvl2pPr algn="l">
              <a:defRPr sz="1050" b="1">
                <a:solidFill>
                  <a:srgbClr val="258D68"/>
                </a:solidFill>
              </a:defRPr>
            </a:lvl2pPr>
            <a:lvl3pPr algn="l">
              <a:defRPr sz="1050" b="1">
                <a:solidFill>
                  <a:srgbClr val="258D68"/>
                </a:solidFill>
              </a:defRPr>
            </a:lvl3pPr>
            <a:lvl4pPr algn="l">
              <a:defRPr sz="1050" b="1">
                <a:solidFill>
                  <a:srgbClr val="258D68"/>
                </a:solidFill>
              </a:defRPr>
            </a:lvl4pPr>
            <a:lvl5pPr algn="l">
              <a:defRPr sz="1050" b="1">
                <a:solidFill>
                  <a:srgbClr val="258D68"/>
                </a:solidFill>
              </a:defRPr>
            </a:lvl5pPr>
            <a:lvl6pPr algn="l">
              <a:defRPr sz="1050" b="1">
                <a:solidFill>
                  <a:srgbClr val="258D68"/>
                </a:solidFill>
              </a:defRPr>
            </a:lvl6pPr>
            <a:lvl7pPr algn="l">
              <a:defRPr sz="1050" b="1">
                <a:solidFill>
                  <a:srgbClr val="258D68"/>
                </a:solidFill>
              </a:defRPr>
            </a:lvl7pPr>
            <a:lvl8pPr algn="l">
              <a:defRPr sz="1050" b="1">
                <a:solidFill>
                  <a:srgbClr val="258D68"/>
                </a:solidFill>
              </a:defRPr>
            </a:lvl8pPr>
            <a:lvl9pPr algn="l">
              <a:defRPr sz="1050" b="1">
                <a:solidFill>
                  <a:srgbClr val="258D68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8D68"/>
                </a:solidFill>
              </a:defRPr>
            </a:pPr>
            <a:r>
              <a:rPr sz="1050" b="1">
                <a:solidFill>
                  <a:srgbClr val="258D68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064EA-5704-48CF-BD98-173DB564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10231F"/>
                </a:solidFill>
              </a:defRPr>
            </a:defPPr>
            <a:lvl1pPr algn="l">
              <a:defRPr sz="3150" b="1">
                <a:solidFill>
                  <a:srgbClr val="10231F"/>
                </a:solidFill>
              </a:defRPr>
            </a:lvl1pPr>
            <a:lvl2pPr algn="l">
              <a:defRPr sz="3150" b="1">
                <a:solidFill>
                  <a:srgbClr val="10231F"/>
                </a:solidFill>
              </a:defRPr>
            </a:lvl2pPr>
            <a:lvl3pPr algn="l">
              <a:defRPr sz="3150" b="1">
                <a:solidFill>
                  <a:srgbClr val="10231F"/>
                </a:solidFill>
              </a:defRPr>
            </a:lvl3pPr>
            <a:lvl4pPr algn="l">
              <a:defRPr sz="3150" b="1">
                <a:solidFill>
                  <a:srgbClr val="10231F"/>
                </a:solidFill>
              </a:defRPr>
            </a:lvl4pPr>
            <a:lvl5pPr algn="l">
              <a:defRPr sz="3150" b="1">
                <a:solidFill>
                  <a:srgbClr val="10231F"/>
                </a:solidFill>
              </a:defRPr>
            </a:lvl5pPr>
            <a:lvl6pPr algn="l">
              <a:defRPr sz="3150" b="1">
                <a:solidFill>
                  <a:srgbClr val="10231F"/>
                </a:solidFill>
              </a:defRPr>
            </a:lvl6pPr>
            <a:lvl7pPr algn="l">
              <a:defRPr sz="3150" b="1">
                <a:solidFill>
                  <a:srgbClr val="10231F"/>
                </a:solidFill>
              </a:defRPr>
            </a:lvl7pPr>
            <a:lvl8pPr algn="l">
              <a:defRPr sz="3150" b="1">
                <a:solidFill>
                  <a:srgbClr val="10231F"/>
                </a:solidFill>
              </a:defRPr>
            </a:lvl8pPr>
            <a:lvl9pPr algn="l">
              <a:defRPr sz="3150" b="1">
                <a:solidFill>
                  <a:srgbClr val="10231F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31F"/>
                </a:solidFill>
              </a:defRPr>
            </a:pPr>
            <a:r>
              <a:rPr sz="3150" b="1">
                <a:solidFill>
                  <a:srgbClr val="10231F"/>
                </a:solidFill>
              </a:rPr>
              <a:t>A small, understandable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FD296-943E-46C6-BCD1-4A11700F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E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EB617-8F2D-4759-BCBB-B9B2B287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8746D"/>
                </a:solidFill>
              </a:defRPr>
            </a:defPPr>
            <a:lvl1pPr algn="l">
              <a:defRPr sz="975" b="1">
                <a:solidFill>
                  <a:srgbClr val="68746D"/>
                </a:solidFill>
              </a:defRPr>
            </a:lvl1pPr>
            <a:lvl2pPr algn="l">
              <a:defRPr sz="975" b="1">
                <a:solidFill>
                  <a:srgbClr val="68746D"/>
                </a:solidFill>
              </a:defRPr>
            </a:lvl2pPr>
            <a:lvl3pPr algn="l">
              <a:defRPr sz="975" b="1">
                <a:solidFill>
                  <a:srgbClr val="68746D"/>
                </a:solidFill>
              </a:defRPr>
            </a:lvl3pPr>
            <a:lvl4pPr algn="l">
              <a:defRPr sz="975" b="1">
                <a:solidFill>
                  <a:srgbClr val="68746D"/>
                </a:solidFill>
              </a:defRPr>
            </a:lvl4pPr>
            <a:lvl5pPr algn="l">
              <a:defRPr sz="975" b="1">
                <a:solidFill>
                  <a:srgbClr val="68746D"/>
                </a:solidFill>
              </a:defRPr>
            </a:lvl5pPr>
            <a:lvl6pPr algn="l">
              <a:defRPr sz="975" b="1">
                <a:solidFill>
                  <a:srgbClr val="68746D"/>
                </a:solidFill>
              </a:defRPr>
            </a:lvl6pPr>
            <a:lvl7pPr algn="l">
              <a:defRPr sz="975" b="1">
                <a:solidFill>
                  <a:srgbClr val="68746D"/>
                </a:solidFill>
              </a:defRPr>
            </a:lvl7pPr>
            <a:lvl8pPr algn="l">
              <a:defRPr sz="975" b="1">
                <a:solidFill>
                  <a:srgbClr val="68746D"/>
                </a:solidFill>
              </a:defRPr>
            </a:lvl8pPr>
            <a:lvl9pPr algn="l">
              <a:defRPr sz="975" b="1">
                <a:solidFill>
                  <a:srgbClr val="68746D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8746D"/>
                </a:solidFill>
              </a:defRPr>
            </a:pPr>
            <a:r>
              <a:rPr sz="975" b="1">
                <a:solidFill>
                  <a:srgbClr val="68746D"/>
                </a:solidFill>
              </a:rPr>
              <a:t>BECHTHOLD INDUSTRIES  /  AI MARKET RESEARCH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29B06-0A06-4C53-9613-27B18478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68746D"/>
                </a:solidFill>
              </a:defRPr>
            </a:defPPr>
            <a:lvl1pPr algn="r">
              <a:defRPr sz="1050" b="1">
                <a:solidFill>
                  <a:srgbClr val="68746D"/>
                </a:solidFill>
              </a:defRPr>
            </a:lvl1pPr>
            <a:lvl2pPr algn="r">
              <a:defRPr sz="1050" b="1">
                <a:solidFill>
                  <a:srgbClr val="68746D"/>
                </a:solidFill>
              </a:defRPr>
            </a:lvl2pPr>
            <a:lvl3pPr algn="r">
              <a:defRPr sz="1050" b="1">
                <a:solidFill>
                  <a:srgbClr val="68746D"/>
                </a:solidFill>
              </a:defRPr>
            </a:lvl3pPr>
            <a:lvl4pPr algn="r">
              <a:defRPr sz="1050" b="1">
                <a:solidFill>
                  <a:srgbClr val="68746D"/>
                </a:solidFill>
              </a:defRPr>
            </a:lvl4pPr>
            <a:lvl5pPr algn="r">
              <a:defRPr sz="1050" b="1">
                <a:solidFill>
                  <a:srgbClr val="68746D"/>
                </a:solidFill>
              </a:defRPr>
            </a:lvl5pPr>
            <a:lvl6pPr algn="r">
              <a:defRPr sz="1050" b="1">
                <a:solidFill>
                  <a:srgbClr val="68746D"/>
                </a:solidFill>
              </a:defRPr>
            </a:lvl6pPr>
            <a:lvl7pPr algn="r">
              <a:defRPr sz="1050" b="1">
                <a:solidFill>
                  <a:srgbClr val="68746D"/>
                </a:solidFill>
              </a:defRPr>
            </a:lvl7pPr>
            <a:lvl8pPr algn="r">
              <a:defRPr sz="1050" b="1">
                <a:solidFill>
                  <a:srgbClr val="68746D"/>
                </a:solidFill>
              </a:defRPr>
            </a:lvl8pPr>
            <a:lvl9pPr algn="r">
              <a:defRPr sz="1050" b="1">
                <a:solidFill>
                  <a:srgbClr val="68746D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68746D"/>
                </a:solidFill>
              </a:defRPr>
            </a:pPr>
            <a:r>
              <a:rPr sz="1050" b="1">
                <a:solidFill>
                  <a:srgbClr val="68746D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E7D37-0E8F-4B86-8CA1-CA64BD43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0231F"/>
                </a:solidFill>
              </a:defRPr>
            </a:defPPr>
            <a:lvl1pPr algn="l">
              <a:defRPr sz="1950" b="1">
                <a:solidFill>
                  <a:srgbClr val="10231F"/>
                </a:solidFill>
              </a:defRPr>
            </a:lvl1pPr>
            <a:lvl2pPr algn="l">
              <a:defRPr sz="1950" b="1">
                <a:solidFill>
                  <a:srgbClr val="10231F"/>
                </a:solidFill>
              </a:defRPr>
            </a:lvl2pPr>
            <a:lvl3pPr algn="l">
              <a:defRPr sz="1950" b="1">
                <a:solidFill>
                  <a:srgbClr val="10231F"/>
                </a:solidFill>
              </a:defRPr>
            </a:lvl3pPr>
            <a:lvl4pPr algn="l">
              <a:defRPr sz="1950" b="1">
                <a:solidFill>
                  <a:srgbClr val="10231F"/>
                </a:solidFill>
              </a:defRPr>
            </a:lvl4pPr>
            <a:lvl5pPr algn="l">
              <a:defRPr sz="1950" b="1">
                <a:solidFill>
                  <a:srgbClr val="10231F"/>
                </a:solidFill>
              </a:defRPr>
            </a:lvl5pPr>
            <a:lvl6pPr algn="l">
              <a:defRPr sz="1950" b="1">
                <a:solidFill>
                  <a:srgbClr val="10231F"/>
                </a:solidFill>
              </a:defRPr>
            </a:lvl6pPr>
            <a:lvl7pPr algn="l">
              <a:defRPr sz="1950" b="1">
                <a:solidFill>
                  <a:srgbClr val="10231F"/>
                </a:solidFill>
              </a:defRPr>
            </a:lvl7pPr>
            <a:lvl8pPr algn="l">
              <a:defRPr sz="1950" b="1">
                <a:solidFill>
                  <a:srgbClr val="10231F"/>
                </a:solidFill>
              </a:defRPr>
            </a:lvl8pPr>
            <a:lvl9pPr algn="l">
              <a:defRPr sz="1950" b="1">
                <a:solidFill>
                  <a:srgbClr val="10231F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0231F"/>
                </a:solidFill>
              </a:defRPr>
            </a:pPr>
            <a:r>
              <a:rPr sz="1950" b="1">
                <a:solidFill>
                  <a:srgbClr val="10231F"/>
                </a:solidFill>
              </a:rPr>
              <a:t>Local browser experience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A7A74-9B8A-4603-9ADB-98E5A944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213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23DE2-74C1-4EA2-AD63-DB19C542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54D6A2"/>
                </a:solidFill>
              </a:defRPr>
            </a:defPPr>
            <a:lvl1pPr algn="l">
              <a:defRPr sz="1200" b="1">
                <a:solidFill>
                  <a:srgbClr val="54D6A2"/>
                </a:solidFill>
              </a:defRPr>
            </a:lvl1pPr>
            <a:lvl2pPr algn="l">
              <a:defRPr sz="1200" b="1">
                <a:solidFill>
                  <a:srgbClr val="54D6A2"/>
                </a:solidFill>
              </a:defRPr>
            </a:lvl2pPr>
            <a:lvl3pPr algn="l">
              <a:defRPr sz="1200" b="1">
                <a:solidFill>
                  <a:srgbClr val="54D6A2"/>
                </a:solidFill>
              </a:defRPr>
            </a:lvl3pPr>
            <a:lvl4pPr algn="l">
              <a:defRPr sz="1200" b="1">
                <a:solidFill>
                  <a:srgbClr val="54D6A2"/>
                </a:solidFill>
              </a:defRPr>
            </a:lvl4pPr>
            <a:lvl5pPr algn="l">
              <a:defRPr sz="1200" b="1">
                <a:solidFill>
                  <a:srgbClr val="54D6A2"/>
                </a:solidFill>
              </a:defRPr>
            </a:lvl5pPr>
            <a:lvl6pPr algn="l">
              <a:defRPr sz="1200" b="1">
                <a:solidFill>
                  <a:srgbClr val="54D6A2"/>
                </a:solidFill>
              </a:defRPr>
            </a:lvl6pPr>
            <a:lvl7pPr algn="l">
              <a:defRPr sz="1200" b="1">
                <a:solidFill>
                  <a:srgbClr val="54D6A2"/>
                </a:solidFill>
              </a:defRPr>
            </a:lvl7pPr>
            <a:lvl8pPr algn="l">
              <a:defRPr sz="1200" b="1">
                <a:solidFill>
                  <a:srgbClr val="54D6A2"/>
                </a:solidFill>
              </a:defRPr>
            </a:lvl8pPr>
            <a:lvl9pPr algn="l">
              <a:defRPr sz="1200" b="1">
                <a:solidFill>
                  <a:srgbClr val="54D6A2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54D6A2"/>
                </a:solidFill>
              </a:defRPr>
            </a:pPr>
            <a:r>
              <a:rPr sz="1200" b="1">
                <a:solidFill>
                  <a:srgbClr val="54D6A2"/>
                </a:solidFill>
              </a:rPr>
              <a:t>DESKTOP / IPHONE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3CDE46-F81A-4FBD-851A-AC661378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1E8"/>
                </a:solidFill>
              </a:defRPr>
            </a:defPPr>
            <a:lvl1pPr algn="l">
              <a:defRPr sz="1500" b="0">
                <a:solidFill>
                  <a:srgbClr val="F4F1E8"/>
                </a:solidFill>
              </a:defRPr>
            </a:lvl1pPr>
            <a:lvl2pPr algn="l">
              <a:defRPr sz="1500" b="0">
                <a:solidFill>
                  <a:srgbClr val="F4F1E8"/>
                </a:solidFill>
              </a:defRPr>
            </a:lvl2pPr>
            <a:lvl3pPr algn="l">
              <a:defRPr sz="1500" b="0">
                <a:solidFill>
                  <a:srgbClr val="F4F1E8"/>
                </a:solidFill>
              </a:defRPr>
            </a:lvl3pPr>
            <a:lvl4pPr algn="l">
              <a:defRPr sz="1500" b="0">
                <a:solidFill>
                  <a:srgbClr val="F4F1E8"/>
                </a:solidFill>
              </a:defRPr>
            </a:lvl4pPr>
            <a:lvl5pPr algn="l">
              <a:defRPr sz="1500" b="0">
                <a:solidFill>
                  <a:srgbClr val="F4F1E8"/>
                </a:solidFill>
              </a:defRPr>
            </a:lvl5pPr>
            <a:lvl6pPr algn="l">
              <a:defRPr sz="1500" b="0">
                <a:solidFill>
                  <a:srgbClr val="F4F1E8"/>
                </a:solidFill>
              </a:defRPr>
            </a:lvl6pPr>
            <a:lvl7pPr algn="l">
              <a:defRPr sz="1500" b="0">
                <a:solidFill>
                  <a:srgbClr val="F4F1E8"/>
                </a:solidFill>
              </a:defRPr>
            </a:lvl7pPr>
            <a:lvl8pPr algn="l">
              <a:defRPr sz="1500" b="0">
                <a:solidFill>
                  <a:srgbClr val="F4F1E8"/>
                </a:solidFill>
              </a:defRPr>
            </a:lvl8pPr>
            <a:lvl9pPr algn="l">
              <a:defRPr sz="1500" b="0">
                <a:solidFill>
                  <a:srgbClr val="F4F1E8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1E8"/>
                </a:solidFill>
              </a:defRPr>
            </a:pPr>
            <a:r>
              <a:rPr sz="1500" b="0">
                <a:solidFill>
                  <a:srgbClr val="F4F1E8"/>
                </a:solidFill>
              </a:rPr>
              <a:t>Responsive PWA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</a:defRPr>
            </a:pPr>
            <a:r>
              <a:rPr sz="1500" b="0">
                <a:solidFill>
                  <a:srgbClr val="F4F1E8"/>
                </a:solidFill>
              </a:rPr>
              <a:t>Private Wi-Fi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F9696-90A4-4D68-A51F-EABA76C8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90750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E0DEC0-B29E-4D0D-8DD5-10D5064B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622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54D6A2"/>
                </a:solidFill>
              </a:defRPr>
            </a:defPPr>
            <a:lvl1pPr algn="l">
              <a:defRPr sz="1200" b="1">
                <a:solidFill>
                  <a:srgbClr val="54D6A2"/>
                </a:solidFill>
              </a:defRPr>
            </a:lvl1pPr>
            <a:lvl2pPr algn="l">
              <a:defRPr sz="1200" b="1">
                <a:solidFill>
                  <a:srgbClr val="54D6A2"/>
                </a:solidFill>
              </a:defRPr>
            </a:lvl2pPr>
            <a:lvl3pPr algn="l">
              <a:defRPr sz="1200" b="1">
                <a:solidFill>
                  <a:srgbClr val="54D6A2"/>
                </a:solidFill>
              </a:defRPr>
            </a:lvl3pPr>
            <a:lvl4pPr algn="l">
              <a:defRPr sz="1200" b="1">
                <a:solidFill>
                  <a:srgbClr val="54D6A2"/>
                </a:solidFill>
              </a:defRPr>
            </a:lvl4pPr>
            <a:lvl5pPr algn="l">
              <a:defRPr sz="1200" b="1">
                <a:solidFill>
                  <a:srgbClr val="54D6A2"/>
                </a:solidFill>
              </a:defRPr>
            </a:lvl5pPr>
            <a:lvl6pPr algn="l">
              <a:defRPr sz="1200" b="1">
                <a:solidFill>
                  <a:srgbClr val="54D6A2"/>
                </a:solidFill>
              </a:defRPr>
            </a:lvl6pPr>
            <a:lvl7pPr algn="l">
              <a:defRPr sz="1200" b="1">
                <a:solidFill>
                  <a:srgbClr val="54D6A2"/>
                </a:solidFill>
              </a:defRPr>
            </a:lvl7pPr>
            <a:lvl8pPr algn="l">
              <a:defRPr sz="1200" b="1">
                <a:solidFill>
                  <a:srgbClr val="54D6A2"/>
                </a:solidFill>
              </a:defRPr>
            </a:lvl8pPr>
            <a:lvl9pPr algn="l">
              <a:defRPr sz="1200" b="1">
                <a:solidFill>
                  <a:srgbClr val="54D6A2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54D6A2"/>
                </a:solidFill>
              </a:defRPr>
            </a:pPr>
            <a:r>
              <a:rPr sz="1200" b="1">
                <a:solidFill>
                  <a:srgbClr val="54D6A2"/>
                </a:solidFill>
              </a:rPr>
              <a:t>FASTAPI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9BEFD5-4118-4E31-B3BD-E7E5B112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62250"/>
            <a:ext cx="20764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1E8"/>
                </a:solidFill>
              </a:defRPr>
            </a:defPPr>
            <a:lvl1pPr algn="l">
              <a:defRPr sz="1500" b="0">
                <a:solidFill>
                  <a:srgbClr val="F4F1E8"/>
                </a:solidFill>
              </a:defRPr>
            </a:lvl1pPr>
            <a:lvl2pPr algn="l">
              <a:defRPr sz="1500" b="0">
                <a:solidFill>
                  <a:srgbClr val="F4F1E8"/>
                </a:solidFill>
              </a:defRPr>
            </a:lvl2pPr>
            <a:lvl3pPr algn="l">
              <a:defRPr sz="1500" b="0">
                <a:solidFill>
                  <a:srgbClr val="F4F1E8"/>
                </a:solidFill>
              </a:defRPr>
            </a:lvl3pPr>
            <a:lvl4pPr algn="l">
              <a:defRPr sz="1500" b="0">
                <a:solidFill>
                  <a:srgbClr val="F4F1E8"/>
                </a:solidFill>
              </a:defRPr>
            </a:lvl4pPr>
            <a:lvl5pPr algn="l">
              <a:defRPr sz="1500" b="0">
                <a:solidFill>
                  <a:srgbClr val="F4F1E8"/>
                </a:solidFill>
              </a:defRPr>
            </a:lvl5pPr>
            <a:lvl6pPr algn="l">
              <a:defRPr sz="1500" b="0">
                <a:solidFill>
                  <a:srgbClr val="F4F1E8"/>
                </a:solidFill>
              </a:defRPr>
            </a:lvl6pPr>
            <a:lvl7pPr algn="l">
              <a:defRPr sz="1500" b="0">
                <a:solidFill>
                  <a:srgbClr val="F4F1E8"/>
                </a:solidFill>
              </a:defRPr>
            </a:lvl7pPr>
            <a:lvl8pPr algn="l">
              <a:defRPr sz="1500" b="0">
                <a:solidFill>
                  <a:srgbClr val="F4F1E8"/>
                </a:solidFill>
              </a:defRPr>
            </a:lvl8pPr>
            <a:lvl9pPr algn="l">
              <a:defRPr sz="1500" b="0">
                <a:solidFill>
                  <a:srgbClr val="F4F1E8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1E8"/>
                </a:solidFill>
              </a:defRPr>
            </a:pPr>
            <a:r>
              <a:rPr sz="1500" b="0">
                <a:solidFill>
                  <a:srgbClr val="F4F1E8"/>
                </a:solidFill>
              </a:rPr>
              <a:t>Market data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</a:defRPr>
            </a:pPr>
            <a:r>
              <a:rPr sz="1500" b="0">
                <a:solidFill>
                  <a:srgbClr val="F4F1E8"/>
                </a:solidFill>
              </a:rPr>
              <a:t>Risk + analytics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5A6FC9-D9E2-4D60-A45F-4E4D9C1B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CC3F2E-91B4-49A8-B76B-649375D0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24050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54D6A2"/>
                </a:solidFill>
              </a:defRPr>
            </a:defPPr>
            <a:lvl1pPr algn="l">
              <a:defRPr sz="1200" b="1">
                <a:solidFill>
                  <a:srgbClr val="54D6A2"/>
                </a:solidFill>
              </a:defRPr>
            </a:lvl1pPr>
            <a:lvl2pPr algn="l">
              <a:defRPr sz="1200" b="1">
                <a:solidFill>
                  <a:srgbClr val="54D6A2"/>
                </a:solidFill>
              </a:defRPr>
            </a:lvl2pPr>
            <a:lvl3pPr algn="l">
              <a:defRPr sz="1200" b="1">
                <a:solidFill>
                  <a:srgbClr val="54D6A2"/>
                </a:solidFill>
              </a:defRPr>
            </a:lvl3pPr>
            <a:lvl4pPr algn="l">
              <a:defRPr sz="1200" b="1">
                <a:solidFill>
                  <a:srgbClr val="54D6A2"/>
                </a:solidFill>
              </a:defRPr>
            </a:lvl4pPr>
            <a:lvl5pPr algn="l">
              <a:defRPr sz="1200" b="1">
                <a:solidFill>
                  <a:srgbClr val="54D6A2"/>
                </a:solidFill>
              </a:defRPr>
            </a:lvl5pPr>
            <a:lvl6pPr algn="l">
              <a:defRPr sz="1200" b="1">
                <a:solidFill>
                  <a:srgbClr val="54D6A2"/>
                </a:solidFill>
              </a:defRPr>
            </a:lvl6pPr>
            <a:lvl7pPr algn="l">
              <a:defRPr sz="1200" b="1">
                <a:solidFill>
                  <a:srgbClr val="54D6A2"/>
                </a:solidFill>
              </a:defRPr>
            </a:lvl7pPr>
            <a:lvl8pPr algn="l">
              <a:defRPr sz="1200" b="1">
                <a:solidFill>
                  <a:srgbClr val="54D6A2"/>
                </a:solidFill>
              </a:defRPr>
            </a:lvl8pPr>
            <a:lvl9pPr algn="l">
              <a:defRPr sz="1200" b="1">
                <a:solidFill>
                  <a:srgbClr val="54D6A2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54D6A2"/>
                </a:solidFill>
              </a:defRPr>
            </a:pPr>
            <a:r>
              <a:rPr sz="1200" b="1">
                <a:solidFill>
                  <a:srgbClr val="54D6A2"/>
                </a:solidFill>
              </a:rPr>
              <a:t>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1F2940-277D-4490-84C0-0099E9A5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2457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1E8"/>
                </a:solidFill>
              </a:defRPr>
            </a:defPPr>
            <a:lvl1pPr algn="l">
              <a:defRPr sz="1500" b="0">
                <a:solidFill>
                  <a:srgbClr val="F4F1E8"/>
                </a:solidFill>
              </a:defRPr>
            </a:lvl1pPr>
            <a:lvl2pPr algn="l">
              <a:defRPr sz="1500" b="0">
                <a:solidFill>
                  <a:srgbClr val="F4F1E8"/>
                </a:solidFill>
              </a:defRPr>
            </a:lvl2pPr>
            <a:lvl3pPr algn="l">
              <a:defRPr sz="1500" b="0">
                <a:solidFill>
                  <a:srgbClr val="F4F1E8"/>
                </a:solidFill>
              </a:defRPr>
            </a:lvl3pPr>
            <a:lvl4pPr algn="l">
              <a:defRPr sz="1500" b="0">
                <a:solidFill>
                  <a:srgbClr val="F4F1E8"/>
                </a:solidFill>
              </a:defRPr>
            </a:lvl4pPr>
            <a:lvl5pPr algn="l">
              <a:defRPr sz="1500" b="0">
                <a:solidFill>
                  <a:srgbClr val="F4F1E8"/>
                </a:solidFill>
              </a:defRPr>
            </a:lvl5pPr>
            <a:lvl6pPr algn="l">
              <a:defRPr sz="1500" b="0">
                <a:solidFill>
                  <a:srgbClr val="F4F1E8"/>
                </a:solidFill>
              </a:defRPr>
            </a:lvl6pPr>
            <a:lvl7pPr algn="l">
              <a:defRPr sz="1500" b="0">
                <a:solidFill>
                  <a:srgbClr val="F4F1E8"/>
                </a:solidFill>
              </a:defRPr>
            </a:lvl7pPr>
            <a:lvl8pPr algn="l">
              <a:defRPr sz="1500" b="0">
                <a:solidFill>
                  <a:srgbClr val="F4F1E8"/>
                </a:solidFill>
              </a:defRPr>
            </a:lvl8pPr>
            <a:lvl9pPr algn="l">
              <a:defRPr sz="1500" b="0">
                <a:solidFill>
                  <a:srgbClr val="F4F1E8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1E8"/>
                </a:solidFill>
              </a:defRPr>
            </a:pPr>
            <a:r>
              <a:rPr sz="1500" b="0">
                <a:solidFill>
                  <a:srgbClr val="F4F1E8"/>
                </a:solidFill>
              </a:rPr>
              <a:t>Capital state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</a:defRPr>
            </a:pPr>
            <a:r>
              <a:rPr sz="1500" b="0">
                <a:solidFill>
                  <a:srgbClr val="F4F1E8"/>
                </a:solidFill>
              </a:rPr>
              <a:t>Cache + history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A2622B-FC6E-4C8E-B6DA-12E7A5F5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7185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3C1A9A-3F6C-4ACF-9159-3375B787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43300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54D6A2"/>
                </a:solidFill>
              </a:defRPr>
            </a:defPPr>
            <a:lvl1pPr algn="l">
              <a:defRPr sz="1200" b="1">
                <a:solidFill>
                  <a:srgbClr val="54D6A2"/>
                </a:solidFill>
              </a:defRPr>
            </a:lvl1pPr>
            <a:lvl2pPr algn="l">
              <a:defRPr sz="1200" b="1">
                <a:solidFill>
                  <a:srgbClr val="54D6A2"/>
                </a:solidFill>
              </a:defRPr>
            </a:lvl2pPr>
            <a:lvl3pPr algn="l">
              <a:defRPr sz="1200" b="1">
                <a:solidFill>
                  <a:srgbClr val="54D6A2"/>
                </a:solidFill>
              </a:defRPr>
            </a:lvl3pPr>
            <a:lvl4pPr algn="l">
              <a:defRPr sz="1200" b="1">
                <a:solidFill>
                  <a:srgbClr val="54D6A2"/>
                </a:solidFill>
              </a:defRPr>
            </a:lvl4pPr>
            <a:lvl5pPr algn="l">
              <a:defRPr sz="1200" b="1">
                <a:solidFill>
                  <a:srgbClr val="54D6A2"/>
                </a:solidFill>
              </a:defRPr>
            </a:lvl5pPr>
            <a:lvl6pPr algn="l">
              <a:defRPr sz="1200" b="1">
                <a:solidFill>
                  <a:srgbClr val="54D6A2"/>
                </a:solidFill>
              </a:defRPr>
            </a:lvl6pPr>
            <a:lvl7pPr algn="l">
              <a:defRPr sz="1200" b="1">
                <a:solidFill>
                  <a:srgbClr val="54D6A2"/>
                </a:solidFill>
              </a:defRPr>
            </a:lvl7pPr>
            <a:lvl8pPr algn="l">
              <a:defRPr sz="1200" b="1">
                <a:solidFill>
                  <a:srgbClr val="54D6A2"/>
                </a:solidFill>
              </a:defRPr>
            </a:lvl8pPr>
            <a:lvl9pPr algn="l">
              <a:defRPr sz="1200" b="1">
                <a:solidFill>
                  <a:srgbClr val="54D6A2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54D6A2"/>
                </a:solidFill>
              </a:defRPr>
            </a:pPr>
            <a:r>
              <a:rPr sz="1200" b="1">
                <a:solidFill>
                  <a:srgbClr val="54D6A2"/>
                </a:solidFill>
              </a:rPr>
              <a:t>ALPHA VANTAGE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9473A0-07C8-499E-A42D-2FEB8F34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43350"/>
            <a:ext cx="2457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1E8"/>
                </a:solidFill>
              </a:defRPr>
            </a:defPPr>
            <a:lvl1pPr algn="l">
              <a:defRPr sz="1500" b="0">
                <a:solidFill>
                  <a:srgbClr val="F4F1E8"/>
                </a:solidFill>
              </a:defRPr>
            </a:lvl1pPr>
            <a:lvl2pPr algn="l">
              <a:defRPr sz="1500" b="0">
                <a:solidFill>
                  <a:srgbClr val="F4F1E8"/>
                </a:solidFill>
              </a:defRPr>
            </a:lvl2pPr>
            <a:lvl3pPr algn="l">
              <a:defRPr sz="1500" b="0">
                <a:solidFill>
                  <a:srgbClr val="F4F1E8"/>
                </a:solidFill>
              </a:defRPr>
            </a:lvl3pPr>
            <a:lvl4pPr algn="l">
              <a:defRPr sz="1500" b="0">
                <a:solidFill>
                  <a:srgbClr val="F4F1E8"/>
                </a:solidFill>
              </a:defRPr>
            </a:lvl4pPr>
            <a:lvl5pPr algn="l">
              <a:defRPr sz="1500" b="0">
                <a:solidFill>
                  <a:srgbClr val="F4F1E8"/>
                </a:solidFill>
              </a:defRPr>
            </a:lvl5pPr>
            <a:lvl6pPr algn="l">
              <a:defRPr sz="1500" b="0">
                <a:solidFill>
                  <a:srgbClr val="F4F1E8"/>
                </a:solidFill>
              </a:defRPr>
            </a:lvl6pPr>
            <a:lvl7pPr algn="l">
              <a:defRPr sz="1500" b="0">
                <a:solidFill>
                  <a:srgbClr val="F4F1E8"/>
                </a:solidFill>
              </a:defRPr>
            </a:lvl7pPr>
            <a:lvl8pPr algn="l">
              <a:defRPr sz="1500" b="0">
                <a:solidFill>
                  <a:srgbClr val="F4F1E8"/>
                </a:solidFill>
              </a:defRPr>
            </a:lvl8pPr>
            <a:lvl9pPr algn="l">
              <a:defRPr sz="1500" b="0">
                <a:solidFill>
                  <a:srgbClr val="F4F1E8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1E8"/>
                </a:solidFill>
              </a:defRPr>
            </a:pPr>
            <a:r>
              <a:rPr sz="1500" b="0">
                <a:solidFill>
                  <a:srgbClr val="F4F1E8"/>
                </a:solidFill>
              </a:rPr>
              <a:t>Quotes + daily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957A96-BF11-46BF-B4EA-106220AC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241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258D68"/>
                </a:solidFill>
              </a:defRPr>
            </a:defPPr>
            <a:lvl1pPr algn="l">
              <a:defRPr sz="2100" b="1">
                <a:solidFill>
                  <a:srgbClr val="258D68"/>
                </a:solidFill>
              </a:defRPr>
            </a:lvl1pPr>
            <a:lvl2pPr algn="l">
              <a:defRPr sz="2100" b="1">
                <a:solidFill>
                  <a:srgbClr val="258D68"/>
                </a:solidFill>
              </a:defRPr>
            </a:lvl2pPr>
            <a:lvl3pPr algn="l">
              <a:defRPr sz="2100" b="1">
                <a:solidFill>
                  <a:srgbClr val="258D68"/>
                </a:solidFill>
              </a:defRPr>
            </a:lvl3pPr>
            <a:lvl4pPr algn="l">
              <a:defRPr sz="2100" b="1">
                <a:solidFill>
                  <a:srgbClr val="258D68"/>
                </a:solidFill>
              </a:defRPr>
            </a:lvl4pPr>
            <a:lvl5pPr algn="l">
              <a:defRPr sz="2100" b="1">
                <a:solidFill>
                  <a:srgbClr val="258D68"/>
                </a:solidFill>
              </a:defRPr>
            </a:lvl5pPr>
            <a:lvl6pPr algn="l">
              <a:defRPr sz="2100" b="1">
                <a:solidFill>
                  <a:srgbClr val="258D68"/>
                </a:solidFill>
              </a:defRPr>
            </a:lvl6pPr>
            <a:lvl7pPr algn="l">
              <a:defRPr sz="2100" b="1">
                <a:solidFill>
                  <a:srgbClr val="258D68"/>
                </a:solidFill>
              </a:defRPr>
            </a:lvl7pPr>
            <a:lvl8pPr algn="l">
              <a:defRPr sz="2100" b="1">
                <a:solidFill>
                  <a:srgbClr val="258D68"/>
                </a:solidFill>
              </a:defRPr>
            </a:lvl8pPr>
            <a:lvl9pPr algn="l">
              <a:defRPr sz="2100" b="1">
                <a:solidFill>
                  <a:srgbClr val="258D68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58D68"/>
                </a:solidFill>
              </a:defRPr>
            </a:pPr>
            <a:r>
              <a:rPr sz="2100" b="1">
                <a:solidFill>
                  <a:srgbClr val="258D68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B305C5-5689-4175-AB05-EE5E90A7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145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258D68"/>
                </a:solidFill>
              </a:defRPr>
            </a:defPPr>
            <a:lvl1pPr algn="l">
              <a:defRPr sz="2100" b="1">
                <a:solidFill>
                  <a:srgbClr val="258D68"/>
                </a:solidFill>
              </a:defRPr>
            </a:lvl1pPr>
            <a:lvl2pPr algn="l">
              <a:defRPr sz="2100" b="1">
                <a:solidFill>
                  <a:srgbClr val="258D68"/>
                </a:solidFill>
              </a:defRPr>
            </a:lvl2pPr>
            <a:lvl3pPr algn="l">
              <a:defRPr sz="2100" b="1">
                <a:solidFill>
                  <a:srgbClr val="258D68"/>
                </a:solidFill>
              </a:defRPr>
            </a:lvl3pPr>
            <a:lvl4pPr algn="l">
              <a:defRPr sz="2100" b="1">
                <a:solidFill>
                  <a:srgbClr val="258D68"/>
                </a:solidFill>
              </a:defRPr>
            </a:lvl4pPr>
            <a:lvl5pPr algn="l">
              <a:defRPr sz="2100" b="1">
                <a:solidFill>
                  <a:srgbClr val="258D68"/>
                </a:solidFill>
              </a:defRPr>
            </a:lvl5pPr>
            <a:lvl6pPr algn="l">
              <a:defRPr sz="2100" b="1">
                <a:solidFill>
                  <a:srgbClr val="258D68"/>
                </a:solidFill>
              </a:defRPr>
            </a:lvl6pPr>
            <a:lvl7pPr algn="l">
              <a:defRPr sz="2100" b="1">
                <a:solidFill>
                  <a:srgbClr val="258D68"/>
                </a:solidFill>
              </a:defRPr>
            </a:lvl7pPr>
            <a:lvl8pPr algn="l">
              <a:defRPr sz="2100" b="1">
                <a:solidFill>
                  <a:srgbClr val="258D68"/>
                </a:solidFill>
              </a:defRPr>
            </a:lvl8pPr>
            <a:lvl9pPr algn="l">
              <a:defRPr sz="2100" b="1">
                <a:solidFill>
                  <a:srgbClr val="258D68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58D68"/>
                </a:solidFill>
              </a:defRPr>
            </a:pPr>
            <a:r>
              <a:rPr sz="2100" b="1">
                <a:solidFill>
                  <a:srgbClr val="258D68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F1882A-59E0-4A49-925C-C9B7B5E3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480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258D68"/>
                </a:solidFill>
              </a:defRPr>
            </a:defPPr>
            <a:lvl1pPr algn="l">
              <a:defRPr sz="2100" b="1">
                <a:solidFill>
                  <a:srgbClr val="258D68"/>
                </a:solidFill>
              </a:defRPr>
            </a:lvl1pPr>
            <a:lvl2pPr algn="l">
              <a:defRPr sz="2100" b="1">
                <a:solidFill>
                  <a:srgbClr val="258D68"/>
                </a:solidFill>
              </a:defRPr>
            </a:lvl2pPr>
            <a:lvl3pPr algn="l">
              <a:defRPr sz="2100" b="1">
                <a:solidFill>
                  <a:srgbClr val="258D68"/>
                </a:solidFill>
              </a:defRPr>
            </a:lvl3pPr>
            <a:lvl4pPr algn="l">
              <a:defRPr sz="2100" b="1">
                <a:solidFill>
                  <a:srgbClr val="258D68"/>
                </a:solidFill>
              </a:defRPr>
            </a:lvl4pPr>
            <a:lvl5pPr algn="l">
              <a:defRPr sz="2100" b="1">
                <a:solidFill>
                  <a:srgbClr val="258D68"/>
                </a:solidFill>
              </a:defRPr>
            </a:lvl5pPr>
            <a:lvl6pPr algn="l">
              <a:defRPr sz="2100" b="1">
                <a:solidFill>
                  <a:srgbClr val="258D68"/>
                </a:solidFill>
              </a:defRPr>
            </a:lvl6pPr>
            <a:lvl7pPr algn="l">
              <a:defRPr sz="2100" b="1">
                <a:solidFill>
                  <a:srgbClr val="258D68"/>
                </a:solidFill>
              </a:defRPr>
            </a:lvl7pPr>
            <a:lvl8pPr algn="l">
              <a:defRPr sz="2100" b="1">
                <a:solidFill>
                  <a:srgbClr val="258D68"/>
                </a:solidFill>
              </a:defRPr>
            </a:lvl8pPr>
            <a:lvl9pPr algn="l">
              <a:defRPr sz="2100" b="1">
                <a:solidFill>
                  <a:srgbClr val="258D68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58D68"/>
                </a:solidFill>
              </a:defRPr>
            </a:pPr>
            <a:r>
              <a:rPr sz="2100" b="1">
                <a:solidFill>
                  <a:srgbClr val="258D68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CD962-A5C3-4370-B30F-E9BFD034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720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E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CEE637-63D8-4E4C-B5E9-64125DD4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57750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0231F"/>
                </a:solidFill>
              </a:defRPr>
            </a:defPPr>
            <a:lvl1pPr algn="l">
              <a:defRPr sz="1575" b="1">
                <a:solidFill>
                  <a:srgbClr val="10231F"/>
                </a:solidFill>
              </a:defRPr>
            </a:lvl1pPr>
            <a:lvl2pPr algn="l">
              <a:defRPr sz="1575" b="1">
                <a:solidFill>
                  <a:srgbClr val="10231F"/>
                </a:solidFill>
              </a:defRPr>
            </a:lvl2pPr>
            <a:lvl3pPr algn="l">
              <a:defRPr sz="1575" b="1">
                <a:solidFill>
                  <a:srgbClr val="10231F"/>
                </a:solidFill>
              </a:defRPr>
            </a:lvl3pPr>
            <a:lvl4pPr algn="l">
              <a:defRPr sz="1575" b="1">
                <a:solidFill>
                  <a:srgbClr val="10231F"/>
                </a:solidFill>
              </a:defRPr>
            </a:lvl4pPr>
            <a:lvl5pPr algn="l">
              <a:defRPr sz="1575" b="1">
                <a:solidFill>
                  <a:srgbClr val="10231F"/>
                </a:solidFill>
              </a:defRPr>
            </a:lvl5pPr>
            <a:lvl6pPr algn="l">
              <a:defRPr sz="1575" b="1">
                <a:solidFill>
                  <a:srgbClr val="10231F"/>
                </a:solidFill>
              </a:defRPr>
            </a:lvl6pPr>
            <a:lvl7pPr algn="l">
              <a:defRPr sz="1575" b="1">
                <a:solidFill>
                  <a:srgbClr val="10231F"/>
                </a:solidFill>
              </a:defRPr>
            </a:lvl7pPr>
            <a:lvl8pPr algn="l">
              <a:defRPr sz="1575" b="1">
                <a:solidFill>
                  <a:srgbClr val="10231F"/>
                </a:solidFill>
              </a:defRPr>
            </a:lvl8pPr>
            <a:lvl9pPr algn="l">
              <a:defRPr sz="1575" b="1">
                <a:solidFill>
                  <a:srgbClr val="10231F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0231F"/>
                </a:solidFill>
              </a:defRPr>
            </a:pPr>
            <a:r>
              <a:rPr sz="1575" b="1">
                <a:solidFill>
                  <a:srgbClr val="10231F"/>
                </a:solidFill>
              </a:rPr>
              <a:t>n8n PAPER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B163B8-14D2-460A-83A8-D4DB932D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10125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52625A"/>
                </a:solidFill>
              </a:defRPr>
            </a:defPPr>
            <a:lvl1pPr algn="l">
              <a:defRPr sz="1500" b="0">
                <a:solidFill>
                  <a:srgbClr val="52625A"/>
                </a:solidFill>
              </a:defRPr>
            </a:lvl1pPr>
            <a:lvl2pPr algn="l">
              <a:defRPr sz="1500" b="0">
                <a:solidFill>
                  <a:srgbClr val="52625A"/>
                </a:solidFill>
              </a:defRPr>
            </a:lvl2pPr>
            <a:lvl3pPr algn="l">
              <a:defRPr sz="1500" b="0">
                <a:solidFill>
                  <a:srgbClr val="52625A"/>
                </a:solidFill>
              </a:defRPr>
            </a:lvl3pPr>
            <a:lvl4pPr algn="l">
              <a:defRPr sz="1500" b="0">
                <a:solidFill>
                  <a:srgbClr val="52625A"/>
                </a:solidFill>
              </a:defRPr>
            </a:lvl4pPr>
            <a:lvl5pPr algn="l">
              <a:defRPr sz="1500" b="0">
                <a:solidFill>
                  <a:srgbClr val="52625A"/>
                </a:solidFill>
              </a:defRPr>
            </a:lvl5pPr>
            <a:lvl6pPr algn="l">
              <a:defRPr sz="1500" b="0">
                <a:solidFill>
                  <a:srgbClr val="52625A"/>
                </a:solidFill>
              </a:defRPr>
            </a:lvl6pPr>
            <a:lvl7pPr algn="l">
              <a:defRPr sz="1500" b="0">
                <a:solidFill>
                  <a:srgbClr val="52625A"/>
                </a:solidFill>
              </a:defRPr>
            </a:lvl7pPr>
            <a:lvl8pPr algn="l">
              <a:defRPr sz="1500" b="0">
                <a:solidFill>
                  <a:srgbClr val="52625A"/>
                </a:solidFill>
              </a:defRPr>
            </a:lvl8pPr>
            <a:lvl9pPr algn="l">
              <a:defRPr sz="1500" b="0">
                <a:solidFill>
                  <a:srgbClr val="52625A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2625A"/>
                </a:solidFill>
              </a:defRPr>
            </a:pPr>
            <a:r>
              <a:rPr sz="1500" b="0">
                <a:solidFill>
                  <a:srgbClr val="52625A"/>
                </a:solidFill>
              </a:rPr>
              <a:t>Runs the paper workflow and checks risk through FastAPI.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DDB606-5EAF-414D-8DCC-905BB340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25A"/>
                </a:solidFill>
              </a:defRPr>
            </a:defPPr>
            <a:lvl1pPr algn="l">
              <a:defRPr sz="1350" b="0">
                <a:solidFill>
                  <a:srgbClr val="52625A"/>
                </a:solidFill>
              </a:defRPr>
            </a:lvl1pPr>
            <a:lvl2pPr algn="l">
              <a:defRPr sz="1350" b="0">
                <a:solidFill>
                  <a:srgbClr val="52625A"/>
                </a:solidFill>
              </a:defRPr>
            </a:lvl2pPr>
            <a:lvl3pPr algn="l">
              <a:defRPr sz="1350" b="0">
                <a:solidFill>
                  <a:srgbClr val="52625A"/>
                </a:solidFill>
              </a:defRPr>
            </a:lvl3pPr>
            <a:lvl4pPr algn="l">
              <a:defRPr sz="1350" b="0">
                <a:solidFill>
                  <a:srgbClr val="52625A"/>
                </a:solidFill>
              </a:defRPr>
            </a:lvl4pPr>
            <a:lvl5pPr algn="l">
              <a:defRPr sz="1350" b="0">
                <a:solidFill>
                  <a:srgbClr val="52625A"/>
                </a:solidFill>
              </a:defRPr>
            </a:lvl5pPr>
            <a:lvl6pPr algn="l">
              <a:defRPr sz="1350" b="0">
                <a:solidFill>
                  <a:srgbClr val="52625A"/>
                </a:solidFill>
              </a:defRPr>
            </a:lvl6pPr>
            <a:lvl7pPr algn="l">
              <a:defRPr sz="1350" b="0">
                <a:solidFill>
                  <a:srgbClr val="52625A"/>
                </a:solidFill>
              </a:defRPr>
            </a:lvl7pPr>
            <a:lvl8pPr algn="l">
              <a:defRPr sz="1350" b="0">
                <a:solidFill>
                  <a:srgbClr val="52625A"/>
                </a:solidFill>
              </a:defRPr>
            </a:lvl8pPr>
            <a:lvl9pPr algn="l">
              <a:defRPr sz="1350" b="0">
                <a:solidFill>
                  <a:srgbClr val="52625A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25A"/>
                </a:solidFill>
              </a:defRPr>
            </a:pPr>
            <a:r>
              <a:rPr sz="1350" b="0">
                <a:solidFill>
                  <a:srgbClr val="52625A"/>
                </a:solidFill>
              </a:rPr>
              <a:t>Docker Compose runs the API, PostgreSQL and n8n on the owner’s computer.</a:t>
            </a:r>
          </a:p>
        </p:txBody>
      </p:sp>
    </p:spTree>
    <p:extLst>
      <p:ext uri="{BB962C8B-B14F-4D97-AF65-F5344CB8AC3E}">
        <p14:creationId xmlns:p14="http://schemas.microsoft.com/office/powerpoint/2010/main" val="19619304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7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323BD4-3EF2-4084-9EE3-467B9519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4D6A2"/>
                </a:solidFill>
              </a:defRPr>
            </a:defPPr>
            <a:lvl1pPr algn="l">
              <a:defRPr sz="1050" b="1">
                <a:solidFill>
                  <a:srgbClr val="54D6A2"/>
                </a:solidFill>
              </a:defRPr>
            </a:lvl1pPr>
            <a:lvl2pPr algn="l">
              <a:defRPr sz="1050" b="1">
                <a:solidFill>
                  <a:srgbClr val="54D6A2"/>
                </a:solidFill>
              </a:defRPr>
            </a:lvl2pPr>
            <a:lvl3pPr algn="l">
              <a:defRPr sz="1050" b="1">
                <a:solidFill>
                  <a:srgbClr val="54D6A2"/>
                </a:solidFill>
              </a:defRPr>
            </a:lvl3pPr>
            <a:lvl4pPr algn="l">
              <a:defRPr sz="1050" b="1">
                <a:solidFill>
                  <a:srgbClr val="54D6A2"/>
                </a:solidFill>
              </a:defRPr>
            </a:lvl4pPr>
            <a:lvl5pPr algn="l">
              <a:defRPr sz="1050" b="1">
                <a:solidFill>
                  <a:srgbClr val="54D6A2"/>
                </a:solidFill>
              </a:defRPr>
            </a:lvl5pPr>
            <a:lvl6pPr algn="l">
              <a:defRPr sz="1050" b="1">
                <a:solidFill>
                  <a:srgbClr val="54D6A2"/>
                </a:solidFill>
              </a:defRPr>
            </a:lvl6pPr>
            <a:lvl7pPr algn="l">
              <a:defRPr sz="1050" b="1">
                <a:solidFill>
                  <a:srgbClr val="54D6A2"/>
                </a:solidFill>
              </a:defRPr>
            </a:lvl7pPr>
            <a:lvl8pPr algn="l">
              <a:defRPr sz="1050" b="1">
                <a:solidFill>
                  <a:srgbClr val="54D6A2"/>
                </a:solidFill>
              </a:defRPr>
            </a:lvl8pPr>
            <a:lvl9pPr algn="l">
              <a:defRPr sz="1050" b="1">
                <a:solidFill>
                  <a:srgbClr val="54D6A2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4D6A2"/>
                </a:solidFill>
              </a:defRPr>
            </a:pPr>
            <a:r>
              <a:rPr sz="1050" b="1">
                <a:solidFill>
                  <a:srgbClr val="54D6A2"/>
                </a:solidFill>
              </a:rPr>
              <a:t>CURRENT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B5D97-2754-4AC0-BF9E-0F2EAA05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F4F1E8"/>
                </a:solidFill>
              </a:defRPr>
            </a:defPPr>
            <a:lvl1pPr algn="l">
              <a:defRPr sz="3150" b="1">
                <a:solidFill>
                  <a:srgbClr val="F4F1E8"/>
                </a:solidFill>
              </a:defRPr>
            </a:lvl1pPr>
            <a:lvl2pPr algn="l">
              <a:defRPr sz="3150" b="1">
                <a:solidFill>
                  <a:srgbClr val="F4F1E8"/>
                </a:solidFill>
              </a:defRPr>
            </a:lvl2pPr>
            <a:lvl3pPr algn="l">
              <a:defRPr sz="3150" b="1">
                <a:solidFill>
                  <a:srgbClr val="F4F1E8"/>
                </a:solidFill>
              </a:defRPr>
            </a:lvl3pPr>
            <a:lvl4pPr algn="l">
              <a:defRPr sz="3150" b="1">
                <a:solidFill>
                  <a:srgbClr val="F4F1E8"/>
                </a:solidFill>
              </a:defRPr>
            </a:lvl4pPr>
            <a:lvl5pPr algn="l">
              <a:defRPr sz="3150" b="1">
                <a:solidFill>
                  <a:srgbClr val="F4F1E8"/>
                </a:solidFill>
              </a:defRPr>
            </a:lvl5pPr>
            <a:lvl6pPr algn="l">
              <a:defRPr sz="3150" b="1">
                <a:solidFill>
                  <a:srgbClr val="F4F1E8"/>
                </a:solidFill>
              </a:defRPr>
            </a:lvl6pPr>
            <a:lvl7pPr algn="l">
              <a:defRPr sz="3150" b="1">
                <a:solidFill>
                  <a:srgbClr val="F4F1E8"/>
                </a:solidFill>
              </a:defRPr>
            </a:lvl7pPr>
            <a:lvl8pPr algn="l">
              <a:defRPr sz="3150" b="1">
                <a:solidFill>
                  <a:srgbClr val="F4F1E8"/>
                </a:solidFill>
              </a:defRPr>
            </a:lvl8pPr>
            <a:lvl9pPr algn="l">
              <a:defRPr sz="3150" b="1">
                <a:solidFill>
                  <a:srgbClr val="F4F1E8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4F1E8"/>
                </a:solidFill>
              </a:defRPr>
            </a:pPr>
            <a:r>
              <a:rPr sz="3150" b="1">
                <a:solidFill>
                  <a:srgbClr val="F4F1E8"/>
                </a:solidFill>
              </a:rPr>
              <a:t>Built for private, local 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95FA9-9AF2-465A-AAB1-407D2CCB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76CF2-7EA3-4AC3-9754-60EA6783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A9B8B0"/>
                </a:solidFill>
              </a:defRPr>
            </a:defPPr>
            <a:lvl1pPr algn="l">
              <a:defRPr sz="975" b="1">
                <a:solidFill>
                  <a:srgbClr val="A9B8B0"/>
                </a:solidFill>
              </a:defRPr>
            </a:lvl1pPr>
            <a:lvl2pPr algn="l">
              <a:defRPr sz="975" b="1">
                <a:solidFill>
                  <a:srgbClr val="A9B8B0"/>
                </a:solidFill>
              </a:defRPr>
            </a:lvl2pPr>
            <a:lvl3pPr algn="l">
              <a:defRPr sz="975" b="1">
                <a:solidFill>
                  <a:srgbClr val="A9B8B0"/>
                </a:solidFill>
              </a:defRPr>
            </a:lvl3pPr>
            <a:lvl4pPr algn="l">
              <a:defRPr sz="975" b="1">
                <a:solidFill>
                  <a:srgbClr val="A9B8B0"/>
                </a:solidFill>
              </a:defRPr>
            </a:lvl4pPr>
            <a:lvl5pPr algn="l">
              <a:defRPr sz="975" b="1">
                <a:solidFill>
                  <a:srgbClr val="A9B8B0"/>
                </a:solidFill>
              </a:defRPr>
            </a:lvl5pPr>
            <a:lvl6pPr algn="l">
              <a:defRPr sz="975" b="1">
                <a:solidFill>
                  <a:srgbClr val="A9B8B0"/>
                </a:solidFill>
              </a:defRPr>
            </a:lvl6pPr>
            <a:lvl7pPr algn="l">
              <a:defRPr sz="975" b="1">
                <a:solidFill>
                  <a:srgbClr val="A9B8B0"/>
                </a:solidFill>
              </a:defRPr>
            </a:lvl7pPr>
            <a:lvl8pPr algn="l">
              <a:defRPr sz="975" b="1">
                <a:solidFill>
                  <a:srgbClr val="A9B8B0"/>
                </a:solidFill>
              </a:defRPr>
            </a:lvl8pPr>
            <a:lvl9pPr algn="l">
              <a:defRPr sz="975" b="1">
                <a:solidFill>
                  <a:srgbClr val="A9B8B0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9B8B0"/>
                </a:solidFill>
              </a:defRPr>
            </a:pPr>
            <a:r>
              <a:rPr sz="975" b="1">
                <a:solidFill>
                  <a:srgbClr val="A9B8B0"/>
                </a:solidFill>
              </a:rPr>
              <a:t>BECHTHOLD INDUSTRIES  /  AI MARKET RESEARCH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7F527-311F-4FC8-A945-15D6AC4A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A9B8B0"/>
                </a:solidFill>
              </a:defRPr>
            </a:defPPr>
            <a:lvl1pPr algn="r">
              <a:defRPr sz="1050" b="1">
                <a:solidFill>
                  <a:srgbClr val="A9B8B0"/>
                </a:solidFill>
              </a:defRPr>
            </a:lvl1pPr>
            <a:lvl2pPr algn="r">
              <a:defRPr sz="1050" b="1">
                <a:solidFill>
                  <a:srgbClr val="A9B8B0"/>
                </a:solidFill>
              </a:defRPr>
            </a:lvl2pPr>
            <a:lvl3pPr algn="r">
              <a:defRPr sz="1050" b="1">
                <a:solidFill>
                  <a:srgbClr val="A9B8B0"/>
                </a:solidFill>
              </a:defRPr>
            </a:lvl3pPr>
            <a:lvl4pPr algn="r">
              <a:defRPr sz="1050" b="1">
                <a:solidFill>
                  <a:srgbClr val="A9B8B0"/>
                </a:solidFill>
              </a:defRPr>
            </a:lvl4pPr>
            <a:lvl5pPr algn="r">
              <a:defRPr sz="1050" b="1">
                <a:solidFill>
                  <a:srgbClr val="A9B8B0"/>
                </a:solidFill>
              </a:defRPr>
            </a:lvl5pPr>
            <a:lvl6pPr algn="r">
              <a:defRPr sz="1050" b="1">
                <a:solidFill>
                  <a:srgbClr val="A9B8B0"/>
                </a:solidFill>
              </a:defRPr>
            </a:lvl6pPr>
            <a:lvl7pPr algn="r">
              <a:defRPr sz="1050" b="1">
                <a:solidFill>
                  <a:srgbClr val="A9B8B0"/>
                </a:solidFill>
              </a:defRPr>
            </a:lvl7pPr>
            <a:lvl8pPr algn="r">
              <a:defRPr sz="1050" b="1">
                <a:solidFill>
                  <a:srgbClr val="A9B8B0"/>
                </a:solidFill>
              </a:defRPr>
            </a:lvl8pPr>
            <a:lvl9pPr algn="r">
              <a:defRPr sz="1050" b="1">
                <a:solidFill>
                  <a:srgbClr val="A9B8B0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A9B8B0"/>
                </a:solidFill>
              </a:defRPr>
            </a:pPr>
            <a:r>
              <a:rPr sz="1050" b="1">
                <a:solidFill>
                  <a:srgbClr val="A9B8B0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9A7F4-5C5F-4C6B-8286-A16D850C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54D6A2"/>
                </a:solidFill>
              </a:defRPr>
            </a:defPPr>
            <a:lvl1pPr algn="l">
              <a:defRPr sz="2100" b="1">
                <a:solidFill>
                  <a:srgbClr val="54D6A2"/>
                </a:solidFill>
              </a:defRPr>
            </a:lvl1pPr>
            <a:lvl2pPr algn="l">
              <a:defRPr sz="2100" b="1">
                <a:solidFill>
                  <a:srgbClr val="54D6A2"/>
                </a:solidFill>
              </a:defRPr>
            </a:lvl2pPr>
            <a:lvl3pPr algn="l">
              <a:defRPr sz="2100" b="1">
                <a:solidFill>
                  <a:srgbClr val="54D6A2"/>
                </a:solidFill>
              </a:defRPr>
            </a:lvl3pPr>
            <a:lvl4pPr algn="l">
              <a:defRPr sz="2100" b="1">
                <a:solidFill>
                  <a:srgbClr val="54D6A2"/>
                </a:solidFill>
              </a:defRPr>
            </a:lvl4pPr>
            <a:lvl5pPr algn="l">
              <a:defRPr sz="2100" b="1">
                <a:solidFill>
                  <a:srgbClr val="54D6A2"/>
                </a:solidFill>
              </a:defRPr>
            </a:lvl5pPr>
            <a:lvl6pPr algn="l">
              <a:defRPr sz="2100" b="1">
                <a:solidFill>
                  <a:srgbClr val="54D6A2"/>
                </a:solidFill>
              </a:defRPr>
            </a:lvl6pPr>
            <a:lvl7pPr algn="l">
              <a:defRPr sz="2100" b="1">
                <a:solidFill>
                  <a:srgbClr val="54D6A2"/>
                </a:solidFill>
              </a:defRPr>
            </a:lvl7pPr>
            <a:lvl8pPr algn="l">
              <a:defRPr sz="2100" b="1">
                <a:solidFill>
                  <a:srgbClr val="54D6A2"/>
                </a:solidFill>
              </a:defRPr>
            </a:lvl8pPr>
            <a:lvl9pPr algn="l">
              <a:defRPr sz="2100" b="1">
                <a:solidFill>
                  <a:srgbClr val="54D6A2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54D6A2"/>
                </a:solidFill>
              </a:defRPr>
            </a:pPr>
            <a:r>
              <a:rPr sz="2100" b="1">
                <a:solidFill>
                  <a:srgbClr val="54D6A2"/>
                </a:solidFill>
              </a:rPr>
              <a:t>What works today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00600-9EBA-4C32-89BF-64C67A32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4F1E8"/>
                </a:solidFill>
              </a:defRPr>
            </a:defPPr>
            <a:lvl1pPr algn="l">
              <a:defRPr sz="1575" b="0">
                <a:solidFill>
                  <a:srgbClr val="F4F1E8"/>
                </a:solidFill>
              </a:defRPr>
            </a:lvl1pPr>
            <a:lvl2pPr algn="l">
              <a:defRPr sz="1575" b="0">
                <a:solidFill>
                  <a:srgbClr val="F4F1E8"/>
                </a:solidFill>
              </a:defRPr>
            </a:lvl2pPr>
            <a:lvl3pPr algn="l">
              <a:defRPr sz="1575" b="0">
                <a:solidFill>
                  <a:srgbClr val="F4F1E8"/>
                </a:solidFill>
              </a:defRPr>
            </a:lvl3pPr>
            <a:lvl4pPr algn="l">
              <a:defRPr sz="1575" b="0">
                <a:solidFill>
                  <a:srgbClr val="F4F1E8"/>
                </a:solidFill>
              </a:defRPr>
            </a:lvl4pPr>
            <a:lvl5pPr algn="l">
              <a:defRPr sz="1575" b="0">
                <a:solidFill>
                  <a:srgbClr val="F4F1E8"/>
                </a:solidFill>
              </a:defRPr>
            </a:lvl5pPr>
            <a:lvl6pPr algn="l">
              <a:defRPr sz="1575" b="0">
                <a:solidFill>
                  <a:srgbClr val="F4F1E8"/>
                </a:solidFill>
              </a:defRPr>
            </a:lvl6pPr>
            <a:lvl7pPr algn="l">
              <a:defRPr sz="1575" b="0">
                <a:solidFill>
                  <a:srgbClr val="F4F1E8"/>
                </a:solidFill>
              </a:defRPr>
            </a:lvl7pPr>
            <a:lvl8pPr algn="l">
              <a:defRPr sz="1575" b="0">
                <a:solidFill>
                  <a:srgbClr val="F4F1E8"/>
                </a:solidFill>
              </a:defRPr>
            </a:lvl8pPr>
            <a:lvl9pPr algn="l">
              <a:defRPr sz="1575" b="0">
                <a:solidFill>
                  <a:srgbClr val="F4F1E8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F1E8"/>
                </a:solidFill>
              </a:defRPr>
            </a:pPr>
            <a:r>
              <a:rPr sz="1575" b="0">
                <a:solidFill>
                  <a:srgbClr val="F4F1E8"/>
                </a:solidFill>
              </a:rPr>
              <a:t>Responsive desktop + iPhone PWA</a:t>
            </a:r>
          </a:p>
          <a:p xmlns:a="http://schemas.openxmlformats.org/drawingml/2006/main">
            <a:pPr algn="l">
              <a:defRPr sz="1575" b="0">
                <a:solidFill>
                  <a:srgbClr val="F4F1E8"/>
                </a:solidFill>
              </a:defRPr>
            </a:pPr>
            <a:r>
              <a:rPr sz="1575" b="0">
                <a:solidFill>
                  <a:srgbClr val="F4F1E8"/>
                </a:solidFill>
              </a:rPr>
              <a:t>Watchlist and daily charts</a:t>
            </a:r>
          </a:p>
          <a:p xmlns:a="http://schemas.openxmlformats.org/drawingml/2006/main">
            <a:pPr algn="l">
              <a:defRPr sz="1575" b="0">
                <a:solidFill>
                  <a:srgbClr val="F4F1E8"/>
                </a:solidFill>
              </a:defRPr>
            </a:pPr>
            <a:r>
              <a:rPr sz="1575" b="0">
                <a:solidFill>
                  <a:srgbClr val="F4F1E8"/>
                </a:solidFill>
              </a:rPr>
              <a:t>Capital safeguards and manual phase change</a:t>
            </a:r>
          </a:p>
          <a:p xmlns:a="http://schemas.openxmlformats.org/drawingml/2006/main">
            <a:pPr algn="l">
              <a:defRPr sz="1575" b="0">
                <a:solidFill>
                  <a:srgbClr val="F4F1E8"/>
                </a:solidFill>
              </a:defRPr>
            </a:pPr>
            <a:r>
              <a:rPr sz="1575" b="0">
                <a:solidFill>
                  <a:srgbClr val="F4F1E8"/>
                </a:solidFill>
              </a:rPr>
              <a:t>Backtests, comparison and saved history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FA1CB-3FC1-45A8-8738-9C7AFD08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38300"/>
            <a:ext cx="952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28A01-9191-4A7E-AE59-31286D7A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19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FF866D"/>
                </a:solidFill>
              </a:defRPr>
            </a:defPPr>
            <a:lvl1pPr algn="l">
              <a:defRPr sz="2100" b="1">
                <a:solidFill>
                  <a:srgbClr val="FF866D"/>
                </a:solidFill>
              </a:defRPr>
            </a:lvl1pPr>
            <a:lvl2pPr algn="l">
              <a:defRPr sz="2100" b="1">
                <a:solidFill>
                  <a:srgbClr val="FF866D"/>
                </a:solidFill>
              </a:defRPr>
            </a:lvl2pPr>
            <a:lvl3pPr algn="l">
              <a:defRPr sz="2100" b="1">
                <a:solidFill>
                  <a:srgbClr val="FF866D"/>
                </a:solidFill>
              </a:defRPr>
            </a:lvl3pPr>
            <a:lvl4pPr algn="l">
              <a:defRPr sz="2100" b="1">
                <a:solidFill>
                  <a:srgbClr val="FF866D"/>
                </a:solidFill>
              </a:defRPr>
            </a:lvl4pPr>
            <a:lvl5pPr algn="l">
              <a:defRPr sz="2100" b="1">
                <a:solidFill>
                  <a:srgbClr val="FF866D"/>
                </a:solidFill>
              </a:defRPr>
            </a:lvl5pPr>
            <a:lvl6pPr algn="l">
              <a:defRPr sz="2100" b="1">
                <a:solidFill>
                  <a:srgbClr val="FF866D"/>
                </a:solidFill>
              </a:defRPr>
            </a:lvl6pPr>
            <a:lvl7pPr algn="l">
              <a:defRPr sz="2100" b="1">
                <a:solidFill>
                  <a:srgbClr val="FF866D"/>
                </a:solidFill>
              </a:defRPr>
            </a:lvl7pPr>
            <a:lvl8pPr algn="l">
              <a:defRPr sz="2100" b="1">
                <a:solidFill>
                  <a:srgbClr val="FF866D"/>
                </a:solidFill>
              </a:defRPr>
            </a:lvl8pPr>
            <a:lvl9pPr algn="l">
              <a:defRPr sz="2100" b="1">
                <a:solidFill>
                  <a:srgbClr val="FF866D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F866D"/>
                </a:solidFill>
              </a:defRPr>
            </a:pPr>
            <a:r>
              <a:rPr sz="2100" b="1">
                <a:solidFill>
                  <a:srgbClr val="FF866D"/>
                </a:solidFill>
              </a:rPr>
              <a:t>Known boundaries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E5DFD-A8C2-49BC-9063-46DF70FA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717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4F1E8"/>
                </a:solidFill>
              </a:defRPr>
            </a:defPPr>
            <a:lvl1pPr algn="l">
              <a:defRPr sz="1575" b="0">
                <a:solidFill>
                  <a:srgbClr val="F4F1E8"/>
                </a:solidFill>
              </a:defRPr>
            </a:lvl1pPr>
            <a:lvl2pPr algn="l">
              <a:defRPr sz="1575" b="0">
                <a:solidFill>
                  <a:srgbClr val="F4F1E8"/>
                </a:solidFill>
              </a:defRPr>
            </a:lvl2pPr>
            <a:lvl3pPr algn="l">
              <a:defRPr sz="1575" b="0">
                <a:solidFill>
                  <a:srgbClr val="F4F1E8"/>
                </a:solidFill>
              </a:defRPr>
            </a:lvl3pPr>
            <a:lvl4pPr algn="l">
              <a:defRPr sz="1575" b="0">
                <a:solidFill>
                  <a:srgbClr val="F4F1E8"/>
                </a:solidFill>
              </a:defRPr>
            </a:lvl4pPr>
            <a:lvl5pPr algn="l">
              <a:defRPr sz="1575" b="0">
                <a:solidFill>
                  <a:srgbClr val="F4F1E8"/>
                </a:solidFill>
              </a:defRPr>
            </a:lvl5pPr>
            <a:lvl6pPr algn="l">
              <a:defRPr sz="1575" b="0">
                <a:solidFill>
                  <a:srgbClr val="F4F1E8"/>
                </a:solidFill>
              </a:defRPr>
            </a:lvl6pPr>
            <a:lvl7pPr algn="l">
              <a:defRPr sz="1575" b="0">
                <a:solidFill>
                  <a:srgbClr val="F4F1E8"/>
                </a:solidFill>
              </a:defRPr>
            </a:lvl7pPr>
            <a:lvl8pPr algn="l">
              <a:defRPr sz="1575" b="0">
                <a:solidFill>
                  <a:srgbClr val="F4F1E8"/>
                </a:solidFill>
              </a:defRPr>
            </a:lvl8pPr>
            <a:lvl9pPr algn="l">
              <a:defRPr sz="1575" b="0">
                <a:solidFill>
                  <a:srgbClr val="F4F1E8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F1E8"/>
                </a:solidFill>
              </a:defRPr>
            </a:pPr>
            <a:r>
              <a:rPr sz="1575" b="0">
                <a:solidFill>
                  <a:srgbClr val="F4F1E8"/>
                </a:solidFill>
              </a:rPr>
              <a:t>No broker or real-money orders</a:t>
            </a:r>
          </a:p>
          <a:p xmlns:a="http://schemas.openxmlformats.org/drawingml/2006/main">
            <a:pPr algn="l">
              <a:defRPr sz="1575" b="0">
                <a:solidFill>
                  <a:srgbClr val="F4F1E8"/>
                </a:solidFill>
              </a:defRPr>
            </a:pPr>
            <a:r>
              <a:rPr sz="1575" b="0">
                <a:solidFill>
                  <a:srgbClr val="F4F1E8"/>
                </a:solidFill>
              </a:rPr>
              <a:t>No public multi-user hardening</a:t>
            </a:r>
          </a:p>
          <a:p xmlns:a="http://schemas.openxmlformats.org/drawingml/2006/main">
            <a:pPr algn="l">
              <a:defRPr sz="1575" b="0">
                <a:solidFill>
                  <a:srgbClr val="F4F1E8"/>
                </a:solidFill>
              </a:defRPr>
            </a:pPr>
            <a:r>
              <a:rPr sz="1575" b="0">
                <a:solidFill>
                  <a:srgbClr val="F4F1E8"/>
                </a:solidFill>
              </a:rPr>
              <a:t>Provider plans can limit market data</a:t>
            </a:r>
          </a:p>
          <a:p xmlns:a="http://schemas.openxmlformats.org/drawingml/2006/main">
            <a:pPr algn="l">
              <a:defRPr sz="1575" b="0">
                <a:solidFill>
                  <a:srgbClr val="F4F1E8"/>
                </a:solidFill>
              </a:defRPr>
            </a:pPr>
            <a:r>
              <a:rPr sz="1575" b="0">
                <a:solidFill>
                  <a:srgbClr val="F4F1E8"/>
                </a:solidFill>
              </a:rPr>
              <a:t>Raw prices can misstate split/dividend effects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EBC31-16A4-4DE9-A9C2-FF1A3EB5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BAE443-32DD-4CC9-B5FA-F3341026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C8F36A"/>
                </a:solidFill>
              </a:defRPr>
            </a:defPPr>
            <a:lvl1pPr algn="l">
              <a:defRPr sz="1500" b="1">
                <a:solidFill>
                  <a:srgbClr val="C8F36A"/>
                </a:solidFill>
              </a:defRPr>
            </a:lvl1pPr>
            <a:lvl2pPr algn="l">
              <a:defRPr sz="1500" b="1">
                <a:solidFill>
                  <a:srgbClr val="C8F36A"/>
                </a:solidFill>
              </a:defRPr>
            </a:lvl2pPr>
            <a:lvl3pPr algn="l">
              <a:defRPr sz="1500" b="1">
                <a:solidFill>
                  <a:srgbClr val="C8F36A"/>
                </a:solidFill>
              </a:defRPr>
            </a:lvl3pPr>
            <a:lvl4pPr algn="l">
              <a:defRPr sz="1500" b="1">
                <a:solidFill>
                  <a:srgbClr val="C8F36A"/>
                </a:solidFill>
              </a:defRPr>
            </a:lvl4pPr>
            <a:lvl5pPr algn="l">
              <a:defRPr sz="1500" b="1">
                <a:solidFill>
                  <a:srgbClr val="C8F36A"/>
                </a:solidFill>
              </a:defRPr>
            </a:lvl5pPr>
            <a:lvl6pPr algn="l">
              <a:defRPr sz="1500" b="1">
                <a:solidFill>
                  <a:srgbClr val="C8F36A"/>
                </a:solidFill>
              </a:defRPr>
            </a:lvl6pPr>
            <a:lvl7pPr algn="l">
              <a:defRPr sz="1500" b="1">
                <a:solidFill>
                  <a:srgbClr val="C8F36A"/>
                </a:solidFill>
              </a:defRPr>
            </a:lvl7pPr>
            <a:lvl8pPr algn="l">
              <a:defRPr sz="1500" b="1">
                <a:solidFill>
                  <a:srgbClr val="C8F36A"/>
                </a:solidFill>
              </a:defRPr>
            </a:lvl8pPr>
            <a:lvl9pPr algn="l">
              <a:defRPr sz="1500" b="1">
                <a:solidFill>
                  <a:srgbClr val="C8F36A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C8F36A"/>
                </a:solidFill>
              </a:defRPr>
            </a:pPr>
            <a:r>
              <a:rPr sz="1500" b="1">
                <a:solidFill>
                  <a:srgbClr val="C8F36A"/>
                </a:solidFill>
              </a:rPr>
              <a:t>Next sensible steps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BBF63E-2124-4211-BB7D-5B329460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4F1E8"/>
                </a:solidFill>
              </a:defRPr>
            </a:defPPr>
            <a:lvl1pPr algn="l">
              <a:defRPr sz="1650" b="0">
                <a:solidFill>
                  <a:srgbClr val="F4F1E8"/>
                </a:solidFill>
              </a:defRPr>
            </a:lvl1pPr>
            <a:lvl2pPr algn="l">
              <a:defRPr sz="1650" b="0">
                <a:solidFill>
                  <a:srgbClr val="F4F1E8"/>
                </a:solidFill>
              </a:defRPr>
            </a:lvl2pPr>
            <a:lvl3pPr algn="l">
              <a:defRPr sz="1650" b="0">
                <a:solidFill>
                  <a:srgbClr val="F4F1E8"/>
                </a:solidFill>
              </a:defRPr>
            </a:lvl3pPr>
            <a:lvl4pPr algn="l">
              <a:defRPr sz="1650" b="0">
                <a:solidFill>
                  <a:srgbClr val="F4F1E8"/>
                </a:solidFill>
              </a:defRPr>
            </a:lvl4pPr>
            <a:lvl5pPr algn="l">
              <a:defRPr sz="1650" b="0">
                <a:solidFill>
                  <a:srgbClr val="F4F1E8"/>
                </a:solidFill>
              </a:defRPr>
            </a:lvl5pPr>
            <a:lvl6pPr algn="l">
              <a:defRPr sz="1650" b="0">
                <a:solidFill>
                  <a:srgbClr val="F4F1E8"/>
                </a:solidFill>
              </a:defRPr>
            </a:lvl6pPr>
            <a:lvl7pPr algn="l">
              <a:defRPr sz="1650" b="0">
                <a:solidFill>
                  <a:srgbClr val="F4F1E8"/>
                </a:solidFill>
              </a:defRPr>
            </a:lvl7pPr>
            <a:lvl8pPr algn="l">
              <a:defRPr sz="1650" b="0">
                <a:solidFill>
                  <a:srgbClr val="F4F1E8"/>
                </a:solidFill>
              </a:defRPr>
            </a:lvl8pPr>
            <a:lvl9pPr algn="l">
              <a:defRPr sz="1650" b="0">
                <a:solidFill>
                  <a:srgbClr val="F4F1E8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1E8"/>
                </a:solidFill>
              </a:defRPr>
            </a:pPr>
            <a:r>
              <a:rPr sz="1650" b="0">
                <a:solidFill>
                  <a:srgbClr val="F4F1E8"/>
                </a:solidFill>
              </a:rPr>
              <a:t>Adjusted-price provenance  ·  access control and security review  ·  broader API integration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74ECF4-F338-4C01-BEDF-78D346D4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9B8B0"/>
                </a:solidFill>
              </a:defRPr>
            </a:defPPr>
            <a:lvl1pPr algn="l">
              <a:defRPr sz="1275" b="0">
                <a:solidFill>
                  <a:srgbClr val="A9B8B0"/>
                </a:solidFill>
              </a:defRPr>
            </a:lvl1pPr>
            <a:lvl2pPr algn="l">
              <a:defRPr sz="1275" b="0">
                <a:solidFill>
                  <a:srgbClr val="A9B8B0"/>
                </a:solidFill>
              </a:defRPr>
            </a:lvl2pPr>
            <a:lvl3pPr algn="l">
              <a:defRPr sz="1275" b="0">
                <a:solidFill>
                  <a:srgbClr val="A9B8B0"/>
                </a:solidFill>
              </a:defRPr>
            </a:lvl3pPr>
            <a:lvl4pPr algn="l">
              <a:defRPr sz="1275" b="0">
                <a:solidFill>
                  <a:srgbClr val="A9B8B0"/>
                </a:solidFill>
              </a:defRPr>
            </a:lvl4pPr>
            <a:lvl5pPr algn="l">
              <a:defRPr sz="1275" b="0">
                <a:solidFill>
                  <a:srgbClr val="A9B8B0"/>
                </a:solidFill>
              </a:defRPr>
            </a:lvl5pPr>
            <a:lvl6pPr algn="l">
              <a:defRPr sz="1275" b="0">
                <a:solidFill>
                  <a:srgbClr val="A9B8B0"/>
                </a:solidFill>
              </a:defRPr>
            </a:lvl6pPr>
            <a:lvl7pPr algn="l">
              <a:defRPr sz="1275" b="0">
                <a:solidFill>
                  <a:srgbClr val="A9B8B0"/>
                </a:solidFill>
              </a:defRPr>
            </a:lvl7pPr>
            <a:lvl8pPr algn="l">
              <a:defRPr sz="1275" b="0">
                <a:solidFill>
                  <a:srgbClr val="A9B8B0"/>
                </a:solidFill>
              </a:defRPr>
            </a:lvl8pPr>
            <a:lvl9pPr algn="l">
              <a:defRPr sz="1275" b="0">
                <a:solidFill>
                  <a:srgbClr val="A9B8B0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8B0"/>
                </a:solidFill>
              </a:defRPr>
            </a:pPr>
            <a:r>
              <a:rPr sz="1275" b="0">
                <a:solidFill>
                  <a:srgbClr val="A9B8B0"/>
                </a:solidFill>
              </a:rPr>
              <a:t>A personal research tool, clearly scoped as a simulation.</a:t>
            </a:r>
          </a:p>
        </p:txBody>
      </p:sp>
    </p:spTree>
    <p:extLst>
      <p:ext uri="{BB962C8B-B14F-4D97-AF65-F5344CB8AC3E}">
        <p14:creationId xmlns:p14="http://schemas.microsoft.com/office/powerpoint/2010/main" val="18826017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54D6A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09FD3A-6A5E-4C2E-8EF5-A4C95B3D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500" b="1">
                <a:solidFill>
                  <a:srgbClr val="0B1716"/>
                </a:solidFill>
              </a:defRPr>
            </a:defPPr>
            <a:lvl1pPr algn="l">
              <a:defRPr sz="4500" b="1">
                <a:solidFill>
                  <a:srgbClr val="0B1716"/>
                </a:solidFill>
              </a:defRPr>
            </a:lvl1pPr>
            <a:lvl2pPr algn="l">
              <a:defRPr sz="4500" b="1">
                <a:solidFill>
                  <a:srgbClr val="0B1716"/>
                </a:solidFill>
              </a:defRPr>
            </a:lvl2pPr>
            <a:lvl3pPr algn="l">
              <a:defRPr sz="4500" b="1">
                <a:solidFill>
                  <a:srgbClr val="0B1716"/>
                </a:solidFill>
              </a:defRPr>
            </a:lvl3pPr>
            <a:lvl4pPr algn="l">
              <a:defRPr sz="4500" b="1">
                <a:solidFill>
                  <a:srgbClr val="0B1716"/>
                </a:solidFill>
              </a:defRPr>
            </a:lvl4pPr>
            <a:lvl5pPr algn="l">
              <a:defRPr sz="4500" b="1">
                <a:solidFill>
                  <a:srgbClr val="0B1716"/>
                </a:solidFill>
              </a:defRPr>
            </a:lvl5pPr>
            <a:lvl6pPr algn="l">
              <a:defRPr sz="4500" b="1">
                <a:solidFill>
                  <a:srgbClr val="0B1716"/>
                </a:solidFill>
              </a:defRPr>
            </a:lvl6pPr>
            <a:lvl7pPr algn="l">
              <a:defRPr sz="4500" b="1">
                <a:solidFill>
                  <a:srgbClr val="0B1716"/>
                </a:solidFill>
              </a:defRPr>
            </a:lvl7pPr>
            <a:lvl8pPr algn="l">
              <a:defRPr sz="4500" b="1">
                <a:solidFill>
                  <a:srgbClr val="0B1716"/>
                </a:solidFill>
              </a:defRPr>
            </a:lvl8pPr>
            <a:lvl9pPr algn="l">
              <a:defRPr sz="4500" b="1">
                <a:solidFill>
                  <a:srgbClr val="0B1716"/>
                </a:solidFill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0B1716"/>
                </a:solidFill>
              </a:defRPr>
            </a:pPr>
            <a:r>
              <a:rPr sz="4500" b="1">
                <a:solidFill>
                  <a:srgbClr val="0B1716"/>
                </a:solidFill>
              </a:rPr>
              <a:t>RESEARCH WITH</a:t>
            </a:r>
          </a:p>
          <a:p xmlns:a="http://schemas.openxmlformats.org/drawingml/2006/main">
            <a:pPr algn="l">
              <a:defRPr sz="4500" b="1">
                <a:solidFill>
                  <a:srgbClr val="0B1716"/>
                </a:solidFill>
              </a:defRPr>
            </a:pPr>
            <a:r>
              <a:rPr sz="4500" b="1">
                <a:solidFill>
                  <a:srgbClr val="0B1716"/>
                </a:solidFill>
              </a:rPr>
              <a:t>GUARDRAILS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E3F46-4A95-4385-A4CF-CE9F33CD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0B1716"/>
                </a:solidFill>
              </a:defRPr>
            </a:defPPr>
            <a:lvl1pPr algn="l">
              <a:defRPr sz="2700" b="1">
                <a:solidFill>
                  <a:srgbClr val="0B1716"/>
                </a:solidFill>
              </a:defRPr>
            </a:lvl1pPr>
            <a:lvl2pPr algn="l">
              <a:defRPr sz="2700" b="1">
                <a:solidFill>
                  <a:srgbClr val="0B1716"/>
                </a:solidFill>
              </a:defRPr>
            </a:lvl2pPr>
            <a:lvl3pPr algn="l">
              <a:defRPr sz="2700" b="1">
                <a:solidFill>
                  <a:srgbClr val="0B1716"/>
                </a:solidFill>
              </a:defRPr>
            </a:lvl3pPr>
            <a:lvl4pPr algn="l">
              <a:defRPr sz="2700" b="1">
                <a:solidFill>
                  <a:srgbClr val="0B1716"/>
                </a:solidFill>
              </a:defRPr>
            </a:lvl4pPr>
            <a:lvl5pPr algn="l">
              <a:defRPr sz="2700" b="1">
                <a:solidFill>
                  <a:srgbClr val="0B1716"/>
                </a:solidFill>
              </a:defRPr>
            </a:lvl5pPr>
            <a:lvl6pPr algn="l">
              <a:defRPr sz="2700" b="1">
                <a:solidFill>
                  <a:srgbClr val="0B1716"/>
                </a:solidFill>
              </a:defRPr>
            </a:lvl6pPr>
            <a:lvl7pPr algn="l">
              <a:defRPr sz="2700" b="1">
                <a:solidFill>
                  <a:srgbClr val="0B1716"/>
                </a:solidFill>
              </a:defRPr>
            </a:lvl7pPr>
            <a:lvl8pPr algn="l">
              <a:defRPr sz="2700" b="1">
                <a:solidFill>
                  <a:srgbClr val="0B1716"/>
                </a:solidFill>
              </a:defRPr>
            </a:lvl8pPr>
            <a:lvl9pPr algn="l">
              <a:defRPr sz="2700" b="1">
                <a:solidFill>
                  <a:srgbClr val="0B1716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0B1716"/>
                </a:solidFill>
              </a:defRPr>
            </a:pPr>
            <a:r>
              <a:rPr sz="2700" b="1">
                <a:solidFill>
                  <a:srgbClr val="0B1716"/>
                </a:solidFill>
              </a:rPr>
              <a:t>Bechthold Industries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79A85-9AAB-4225-93D5-06874D46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0B1716"/>
                </a:solidFill>
              </a:defRPr>
            </a:defPPr>
            <a:lvl1pPr algn="l">
              <a:defRPr sz="1800" b="0">
                <a:solidFill>
                  <a:srgbClr val="0B1716"/>
                </a:solidFill>
              </a:defRPr>
            </a:lvl1pPr>
            <a:lvl2pPr algn="l">
              <a:defRPr sz="1800" b="0">
                <a:solidFill>
                  <a:srgbClr val="0B1716"/>
                </a:solidFill>
              </a:defRPr>
            </a:lvl2pPr>
            <a:lvl3pPr algn="l">
              <a:defRPr sz="1800" b="0">
                <a:solidFill>
                  <a:srgbClr val="0B1716"/>
                </a:solidFill>
              </a:defRPr>
            </a:lvl3pPr>
            <a:lvl4pPr algn="l">
              <a:defRPr sz="1800" b="0">
                <a:solidFill>
                  <a:srgbClr val="0B1716"/>
                </a:solidFill>
              </a:defRPr>
            </a:lvl4pPr>
            <a:lvl5pPr algn="l">
              <a:defRPr sz="1800" b="0">
                <a:solidFill>
                  <a:srgbClr val="0B1716"/>
                </a:solidFill>
              </a:defRPr>
            </a:lvl5pPr>
            <a:lvl6pPr algn="l">
              <a:defRPr sz="1800" b="0">
                <a:solidFill>
                  <a:srgbClr val="0B1716"/>
                </a:solidFill>
              </a:defRPr>
            </a:lvl6pPr>
            <a:lvl7pPr algn="l">
              <a:defRPr sz="1800" b="0">
                <a:solidFill>
                  <a:srgbClr val="0B1716"/>
                </a:solidFill>
              </a:defRPr>
            </a:lvl7pPr>
            <a:lvl8pPr algn="l">
              <a:defRPr sz="1800" b="0">
                <a:solidFill>
                  <a:srgbClr val="0B1716"/>
                </a:solidFill>
              </a:defRPr>
            </a:lvl8pPr>
            <a:lvl9pPr algn="l">
              <a:defRPr sz="1800" b="0">
                <a:solidFill>
                  <a:srgbClr val="0B1716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B1716"/>
                </a:solidFill>
              </a:defRPr>
            </a:pPr>
            <a:r>
              <a:rPr sz="1800" b="0">
                <a:solidFill>
                  <a:srgbClr val="0B1716"/>
                </a:solidFill>
              </a:rPr>
              <a:t>Local-first market analysis.</a:t>
            </a:r>
          </a:p>
          <a:p xmlns:a="http://schemas.openxmlformats.org/drawingml/2006/main">
            <a:pPr algn="l">
              <a:defRPr sz="1800" b="0">
                <a:solidFill>
                  <a:srgbClr val="0B1716"/>
                </a:solidFill>
              </a:defRPr>
            </a:pPr>
            <a:r>
              <a:rPr sz="1800" b="0">
                <a:solidFill>
                  <a:srgbClr val="0B1716"/>
                </a:solidFill>
              </a:rPr>
              <a:t>Explicit capital protection.</a:t>
            </a:r>
          </a:p>
          <a:p xmlns:a="http://schemas.openxmlformats.org/drawingml/2006/main">
            <a:pPr algn="l">
              <a:defRPr sz="1800" b="0">
                <a:solidFill>
                  <a:srgbClr val="0B1716"/>
                </a:solidFill>
              </a:defRPr>
            </a:pPr>
            <a:r>
              <a:rPr sz="1800" b="0">
                <a:solidFill>
                  <a:srgbClr val="0B1716"/>
                </a:solidFill>
              </a:rPr>
              <a:t>PAPER-only strategy testing.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3C282-2D73-498C-B253-810D7EA8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19200"/>
            <a:ext cx="23812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0901A-07F2-4E7E-98E8-FE69E548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478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200" b="1">
                <a:solidFill>
                  <a:srgbClr val="F4F1E8"/>
                </a:solidFill>
              </a:defRPr>
            </a:defPPr>
            <a:lvl1pPr algn="l">
              <a:defRPr sz="4200" b="1">
                <a:solidFill>
                  <a:srgbClr val="F4F1E8"/>
                </a:solidFill>
              </a:defRPr>
            </a:lvl1pPr>
            <a:lvl2pPr algn="l">
              <a:defRPr sz="4200" b="1">
                <a:solidFill>
                  <a:srgbClr val="F4F1E8"/>
                </a:solidFill>
              </a:defRPr>
            </a:lvl2pPr>
            <a:lvl3pPr algn="l">
              <a:defRPr sz="4200" b="1">
                <a:solidFill>
                  <a:srgbClr val="F4F1E8"/>
                </a:solidFill>
              </a:defRPr>
            </a:lvl3pPr>
            <a:lvl4pPr algn="l">
              <a:defRPr sz="4200" b="1">
                <a:solidFill>
                  <a:srgbClr val="F4F1E8"/>
                </a:solidFill>
              </a:defRPr>
            </a:lvl4pPr>
            <a:lvl5pPr algn="l">
              <a:defRPr sz="4200" b="1">
                <a:solidFill>
                  <a:srgbClr val="F4F1E8"/>
                </a:solidFill>
              </a:defRPr>
            </a:lvl5pPr>
            <a:lvl6pPr algn="l">
              <a:defRPr sz="4200" b="1">
                <a:solidFill>
                  <a:srgbClr val="F4F1E8"/>
                </a:solidFill>
              </a:defRPr>
            </a:lvl6pPr>
            <a:lvl7pPr algn="l">
              <a:defRPr sz="4200" b="1">
                <a:solidFill>
                  <a:srgbClr val="F4F1E8"/>
                </a:solidFill>
              </a:defRPr>
            </a:lvl7pPr>
            <a:lvl8pPr algn="l">
              <a:defRPr sz="4200" b="1">
                <a:solidFill>
                  <a:srgbClr val="F4F1E8"/>
                </a:solidFill>
              </a:defRPr>
            </a:lvl8pPr>
            <a:lvl9pPr algn="l">
              <a:defRPr sz="4200" b="1">
                <a:solidFill>
                  <a:srgbClr val="F4F1E8"/>
                </a:solidFill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4F1E8"/>
                </a:solidFill>
              </a:defRPr>
            </a:pPr>
            <a:r>
              <a:rPr sz="4200" b="1">
                <a:solidFill>
                  <a:srgbClr val="F4F1E8"/>
                </a:solidFill>
              </a:rPr>
              <a:t>€200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D0D23-81B4-4055-9018-8307A33E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289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54D6A2"/>
                </a:solidFill>
              </a:defRPr>
            </a:defPPr>
            <a:lvl1pPr algn="l">
              <a:defRPr sz="1350" b="1">
                <a:solidFill>
                  <a:srgbClr val="54D6A2"/>
                </a:solidFill>
              </a:defRPr>
            </a:lvl1pPr>
            <a:lvl2pPr algn="l">
              <a:defRPr sz="1350" b="1">
                <a:solidFill>
                  <a:srgbClr val="54D6A2"/>
                </a:solidFill>
              </a:defRPr>
            </a:lvl2pPr>
            <a:lvl3pPr algn="l">
              <a:defRPr sz="1350" b="1">
                <a:solidFill>
                  <a:srgbClr val="54D6A2"/>
                </a:solidFill>
              </a:defRPr>
            </a:lvl3pPr>
            <a:lvl4pPr algn="l">
              <a:defRPr sz="1350" b="1">
                <a:solidFill>
                  <a:srgbClr val="54D6A2"/>
                </a:solidFill>
              </a:defRPr>
            </a:lvl4pPr>
            <a:lvl5pPr algn="l">
              <a:defRPr sz="1350" b="1">
                <a:solidFill>
                  <a:srgbClr val="54D6A2"/>
                </a:solidFill>
              </a:defRPr>
            </a:lvl5pPr>
            <a:lvl6pPr algn="l">
              <a:defRPr sz="1350" b="1">
                <a:solidFill>
                  <a:srgbClr val="54D6A2"/>
                </a:solidFill>
              </a:defRPr>
            </a:lvl6pPr>
            <a:lvl7pPr algn="l">
              <a:defRPr sz="1350" b="1">
                <a:solidFill>
                  <a:srgbClr val="54D6A2"/>
                </a:solidFill>
              </a:defRPr>
            </a:lvl7pPr>
            <a:lvl8pPr algn="l">
              <a:defRPr sz="1350" b="1">
                <a:solidFill>
                  <a:srgbClr val="54D6A2"/>
                </a:solidFill>
              </a:defRPr>
            </a:lvl8pPr>
            <a:lvl9pPr algn="l">
              <a:defRPr sz="1350" b="1">
                <a:solidFill>
                  <a:srgbClr val="54D6A2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54D6A2"/>
                </a:solidFill>
              </a:defRPr>
            </a:pPr>
            <a:r>
              <a:rPr sz="1350" b="1">
                <a:solidFill>
                  <a:srgbClr val="54D6A2"/>
                </a:solidFill>
              </a:rPr>
              <a:t>PROTECTED</a:t>
            </a:r>
          </a:p>
          <a:p xmlns:a="http://schemas.openxmlformats.org/drawingml/2006/main">
            <a:pPr algn="l">
              <a:defRPr sz="1350" b="1">
                <a:solidFill>
                  <a:srgbClr val="54D6A2"/>
                </a:solidFill>
              </a:defRPr>
            </a:pPr>
            <a:r>
              <a:rPr sz="1350" b="1">
                <a:solidFill>
                  <a:srgbClr val="54D6A2"/>
                </a:solidFill>
              </a:rPr>
              <a:t>AT TRANSITION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80D17-27F2-42D5-B46F-5C19BD66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0045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FD3FE-66E9-40BB-BEEE-5D963665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862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</a:defRPr>
            </a:defPPr>
            <a:lvl1pPr algn="l">
              <a:defRPr sz="3000" b="1">
                <a:solidFill>
                  <a:srgbClr val="F4F1E8"/>
                </a:solidFill>
              </a:defRPr>
            </a:lvl1pPr>
            <a:lvl2pPr algn="l">
              <a:defRPr sz="3000" b="1">
                <a:solidFill>
                  <a:srgbClr val="F4F1E8"/>
                </a:solidFill>
              </a:defRPr>
            </a:lvl2pPr>
            <a:lvl3pPr algn="l">
              <a:defRPr sz="3000" b="1">
                <a:solidFill>
                  <a:srgbClr val="F4F1E8"/>
                </a:solidFill>
              </a:defRPr>
            </a:lvl3pPr>
            <a:lvl4pPr algn="l">
              <a:defRPr sz="3000" b="1">
                <a:solidFill>
                  <a:srgbClr val="F4F1E8"/>
                </a:solidFill>
              </a:defRPr>
            </a:lvl4pPr>
            <a:lvl5pPr algn="l">
              <a:defRPr sz="3000" b="1">
                <a:solidFill>
                  <a:srgbClr val="F4F1E8"/>
                </a:solidFill>
              </a:defRPr>
            </a:lvl5pPr>
            <a:lvl6pPr algn="l">
              <a:defRPr sz="3000" b="1">
                <a:solidFill>
                  <a:srgbClr val="F4F1E8"/>
                </a:solidFill>
              </a:defRPr>
            </a:lvl6pPr>
            <a:lvl7pPr algn="l">
              <a:defRPr sz="3000" b="1">
                <a:solidFill>
                  <a:srgbClr val="F4F1E8"/>
                </a:solidFill>
              </a:defRPr>
            </a:lvl7pPr>
            <a:lvl8pPr algn="l">
              <a:defRPr sz="3000" b="1">
                <a:solidFill>
                  <a:srgbClr val="F4F1E8"/>
                </a:solidFill>
              </a:defRPr>
            </a:lvl8pPr>
            <a:lvl9pPr algn="l">
              <a:defRPr sz="3000" b="1">
                <a:solidFill>
                  <a:srgbClr val="F4F1E8"/>
                </a:solidFill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</a:defRPr>
            </a:pPr>
            <a:r>
              <a:rPr sz="3000" b="1">
                <a:solidFill>
                  <a:srgbClr val="F4F1E8"/>
                </a:solidFill>
              </a:rPr>
              <a:t>€150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071CA-1655-4F0E-9C26-8B6C6055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767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A9B8B0"/>
                </a:solidFill>
              </a:defRPr>
            </a:defPPr>
            <a:lvl1pPr algn="l">
              <a:defRPr sz="1200" b="1">
                <a:solidFill>
                  <a:srgbClr val="A9B8B0"/>
                </a:solidFill>
              </a:defRPr>
            </a:lvl1pPr>
            <a:lvl2pPr algn="l">
              <a:defRPr sz="1200" b="1">
                <a:solidFill>
                  <a:srgbClr val="A9B8B0"/>
                </a:solidFill>
              </a:defRPr>
            </a:lvl2pPr>
            <a:lvl3pPr algn="l">
              <a:defRPr sz="1200" b="1">
                <a:solidFill>
                  <a:srgbClr val="A9B8B0"/>
                </a:solidFill>
              </a:defRPr>
            </a:lvl3pPr>
            <a:lvl4pPr algn="l">
              <a:defRPr sz="1200" b="1">
                <a:solidFill>
                  <a:srgbClr val="A9B8B0"/>
                </a:solidFill>
              </a:defRPr>
            </a:lvl4pPr>
            <a:lvl5pPr algn="l">
              <a:defRPr sz="1200" b="1">
                <a:solidFill>
                  <a:srgbClr val="A9B8B0"/>
                </a:solidFill>
              </a:defRPr>
            </a:lvl5pPr>
            <a:lvl6pPr algn="l">
              <a:defRPr sz="1200" b="1">
                <a:solidFill>
                  <a:srgbClr val="A9B8B0"/>
                </a:solidFill>
              </a:defRPr>
            </a:lvl6pPr>
            <a:lvl7pPr algn="l">
              <a:defRPr sz="1200" b="1">
                <a:solidFill>
                  <a:srgbClr val="A9B8B0"/>
                </a:solidFill>
              </a:defRPr>
            </a:lvl7pPr>
            <a:lvl8pPr algn="l">
              <a:defRPr sz="1200" b="1">
                <a:solidFill>
                  <a:srgbClr val="A9B8B0"/>
                </a:solidFill>
              </a:defRPr>
            </a:lvl8pPr>
            <a:lvl9pPr algn="l">
              <a:defRPr sz="1200" b="1">
                <a:solidFill>
                  <a:srgbClr val="A9B8B0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9B8B0"/>
                </a:solidFill>
              </a:defRPr>
            </a:pPr>
            <a:r>
              <a:rPr sz="1200" b="1">
                <a:solidFill>
                  <a:srgbClr val="A9B8B0"/>
                </a:solidFill>
              </a:rPr>
              <a:t>TRADING</a:t>
            </a:r>
          </a:p>
          <a:p xmlns:a="http://schemas.openxmlformats.org/drawingml/2006/main">
            <a:pPr algn="l">
              <a:defRPr sz="1200" b="1">
                <a:solidFill>
                  <a:srgbClr val="A9B8B0"/>
                </a:solidFill>
              </a:defRPr>
            </a:pPr>
            <a:r>
              <a:rPr sz="1200" b="1">
                <a:solidFill>
                  <a:srgbClr val="A9B8B0"/>
                </a:solidFill>
              </a:rPr>
              <a:t>AT €350 EQUITY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DBA966-DC94-4547-B713-84022E3D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B1716"/>
                </a:solidFill>
              </a:defRPr>
            </a:defPPr>
            <a:lvl1pPr algn="l">
              <a:defRPr sz="1125" b="1">
                <a:solidFill>
                  <a:srgbClr val="0B1716"/>
                </a:solidFill>
              </a:defRPr>
            </a:lvl1pPr>
            <a:lvl2pPr algn="l">
              <a:defRPr sz="1125" b="1">
                <a:solidFill>
                  <a:srgbClr val="0B1716"/>
                </a:solidFill>
              </a:defRPr>
            </a:lvl2pPr>
            <a:lvl3pPr algn="l">
              <a:defRPr sz="1125" b="1">
                <a:solidFill>
                  <a:srgbClr val="0B1716"/>
                </a:solidFill>
              </a:defRPr>
            </a:lvl3pPr>
            <a:lvl4pPr algn="l">
              <a:defRPr sz="1125" b="1">
                <a:solidFill>
                  <a:srgbClr val="0B1716"/>
                </a:solidFill>
              </a:defRPr>
            </a:lvl4pPr>
            <a:lvl5pPr algn="l">
              <a:defRPr sz="1125" b="1">
                <a:solidFill>
                  <a:srgbClr val="0B1716"/>
                </a:solidFill>
              </a:defRPr>
            </a:lvl5pPr>
            <a:lvl6pPr algn="l">
              <a:defRPr sz="1125" b="1">
                <a:solidFill>
                  <a:srgbClr val="0B1716"/>
                </a:solidFill>
              </a:defRPr>
            </a:lvl6pPr>
            <a:lvl7pPr algn="l">
              <a:defRPr sz="1125" b="1">
                <a:solidFill>
                  <a:srgbClr val="0B1716"/>
                </a:solidFill>
              </a:defRPr>
            </a:lvl7pPr>
            <a:lvl8pPr algn="l">
              <a:defRPr sz="1125" b="1">
                <a:solidFill>
                  <a:srgbClr val="0B1716"/>
                </a:solidFill>
              </a:defRPr>
            </a:lvl8pPr>
            <a:lvl9pPr algn="l">
              <a:defRPr sz="1125" b="1">
                <a:solidFill>
                  <a:srgbClr val="0B1716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B1716"/>
                </a:solidFill>
              </a:defRPr>
            </a:pPr>
            <a:r>
              <a:rPr sz="1125" b="1">
                <a:solidFill>
                  <a:srgbClr val="0B1716"/>
                </a:solidFill>
              </a:rPr>
              <a:t>PAPER  ·  LOCAL  ·  ANALYTICAL</a:t>
            </a:r>
          </a:p>
        </p:txBody>
      </p:sp>
    </p:spTree>
    <p:extLst>
      <p:ext uri="{BB962C8B-B14F-4D97-AF65-F5344CB8AC3E}">
        <p14:creationId xmlns:p14="http://schemas.microsoft.com/office/powerpoint/2010/main" val="9821149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2026-10-23T08:09:52.7020000Z</dcterms:created>
  <dcterms:modified xsi:type="dcterms:W3CDTF">2026-10-23T08:09:52.7020000Z</dcterms:modified>
</coreProperties>
</file>